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sldIdLst>
    <p:sldId id="294" r:id="rId2"/>
    <p:sldId id="276" r:id="rId3"/>
    <p:sldId id="277" r:id="rId4"/>
    <p:sldId id="266" r:id="rId5"/>
    <p:sldId id="269" r:id="rId6"/>
    <p:sldId id="293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0066FF"/>
    <a:srgbClr val="FF3300"/>
    <a:srgbClr val="FFFFFF"/>
    <a:srgbClr val="FFCC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2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70" name="Group 2"/>
          <p:cNvGrpSpPr>
            <a:grpSpLocks/>
          </p:cNvGrpSpPr>
          <p:nvPr/>
        </p:nvGrpSpPr>
        <p:grpSpPr bwMode="auto">
          <a:xfrm>
            <a:off x="0" y="1422400"/>
            <a:ext cx="9147175" cy="5435600"/>
            <a:chOff x="0" y="896"/>
            <a:chExt cx="5762" cy="3424"/>
          </a:xfrm>
        </p:grpSpPr>
        <p:grpSp>
          <p:nvGrpSpPr>
            <p:cNvPr id="58371" name="Group 3"/>
            <p:cNvGrpSpPr>
              <a:grpSpLocks/>
            </p:cNvGrpSpPr>
            <p:nvPr userDrawn="1"/>
          </p:nvGrpSpPr>
          <p:grpSpPr bwMode="auto">
            <a:xfrm>
              <a:off x="20" y="896"/>
              <a:ext cx="5742" cy="3424"/>
              <a:chOff x="20" y="896"/>
              <a:chExt cx="5742" cy="3424"/>
            </a:xfrm>
          </p:grpSpPr>
          <p:sp>
            <p:nvSpPr>
              <p:cNvPr id="58372" name="Freeform 4"/>
              <p:cNvSpPr>
                <a:spLocks/>
              </p:cNvSpPr>
              <p:nvPr userDrawn="1"/>
            </p:nvSpPr>
            <p:spPr bwMode="hidden">
              <a:xfrm>
                <a:off x="1399" y="1116"/>
                <a:ext cx="2815" cy="2110"/>
              </a:xfrm>
              <a:custGeom>
                <a:avLst/>
                <a:gdLst/>
                <a:ahLst/>
                <a:cxnLst>
                  <a:cxn ang="0">
                    <a:pos x="950" y="85"/>
                  </a:cxn>
                  <a:cxn ang="0">
                    <a:pos x="628" y="438"/>
                  </a:cxn>
                  <a:cxn ang="0">
                    <a:pos x="66" y="471"/>
                  </a:cxn>
                  <a:cxn ang="0">
                    <a:pos x="0" y="627"/>
                  </a:cxn>
                  <a:cxn ang="0">
                    <a:pos x="372" y="1026"/>
                  </a:cxn>
                  <a:cxn ang="0">
                    <a:pos x="611" y="902"/>
                  </a:cxn>
                  <a:cxn ang="0">
                    <a:pos x="992" y="1085"/>
                  </a:cxn>
                  <a:cxn ang="0">
                    <a:pos x="1116" y="1339"/>
                  </a:cxn>
                  <a:cxn ang="0">
                    <a:pos x="1083" y="1450"/>
                  </a:cxn>
                  <a:cxn ang="0">
                    <a:pos x="1124" y="1659"/>
                  </a:cxn>
                  <a:cxn ang="0">
                    <a:pos x="1149" y="1999"/>
                  </a:cxn>
                  <a:cxn ang="0">
                    <a:pos x="1463" y="2110"/>
                  </a:cxn>
                  <a:cxn ang="0">
                    <a:pos x="1686" y="2025"/>
                  </a:cxn>
                  <a:cxn ang="0">
                    <a:pos x="1603" y="1777"/>
                  </a:cxn>
                  <a:cxn ang="0">
                    <a:pos x="1991" y="1555"/>
                  </a:cxn>
                  <a:cxn ang="0">
                    <a:pos x="2281" y="1542"/>
                  </a:cxn>
                  <a:cxn ang="0">
                    <a:pos x="2446" y="1359"/>
                  </a:cxn>
                  <a:cxn ang="0">
                    <a:pos x="2361" y="1001"/>
                  </a:cxn>
                  <a:cxn ang="0">
                    <a:pos x="2606" y="893"/>
                  </a:cxn>
                  <a:cxn ang="0">
                    <a:pos x="2815" y="454"/>
                  </a:cxn>
                  <a:cxn ang="0">
                    <a:pos x="2518" y="0"/>
                  </a:cxn>
                </a:cxnLst>
                <a:rect l="0" t="0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373" name="Freeform 5"/>
              <p:cNvSpPr>
                <a:spLocks/>
              </p:cNvSpPr>
              <p:nvPr userDrawn="1"/>
            </p:nvSpPr>
            <p:spPr bwMode="hidden">
              <a:xfrm>
                <a:off x="672" y="1116"/>
                <a:ext cx="3966" cy="2366"/>
              </a:xfrm>
              <a:custGeom>
                <a:avLst/>
                <a:gdLst/>
                <a:ahLst/>
                <a:cxnLst>
                  <a:cxn ang="0">
                    <a:pos x="1423" y="65"/>
                  </a:cxn>
                  <a:cxn ang="0">
                    <a:pos x="1148" y="262"/>
                  </a:cxn>
                  <a:cxn ang="0">
                    <a:pos x="934" y="216"/>
                  </a:cxn>
                  <a:cxn ang="0">
                    <a:pos x="529" y="314"/>
                  </a:cxn>
                  <a:cxn ang="0">
                    <a:pos x="174" y="327"/>
                  </a:cxn>
                  <a:cxn ang="0">
                    <a:pos x="0" y="628"/>
                  </a:cxn>
                  <a:cxn ang="0">
                    <a:pos x="91" y="726"/>
                  </a:cxn>
                  <a:cxn ang="0">
                    <a:pos x="231" y="654"/>
                  </a:cxn>
                  <a:cxn ang="0">
                    <a:pos x="430" y="687"/>
                  </a:cxn>
                  <a:cxn ang="0">
                    <a:pos x="504" y="850"/>
                  </a:cxn>
                  <a:cxn ang="0">
                    <a:pos x="347" y="1020"/>
                  </a:cxn>
                  <a:cxn ang="0">
                    <a:pos x="529" y="1144"/>
                  </a:cxn>
                  <a:cxn ang="0">
                    <a:pos x="727" y="1105"/>
                  </a:cxn>
                  <a:cxn ang="0">
                    <a:pos x="901" y="1216"/>
                  </a:cxn>
                  <a:cxn ang="0">
                    <a:pos x="1256" y="1229"/>
                  </a:cxn>
                  <a:cxn ang="0">
                    <a:pos x="1611" y="1425"/>
                  </a:cxn>
                  <a:cxn ang="0">
                    <a:pos x="1694" y="1673"/>
                  </a:cxn>
                  <a:cxn ang="0">
                    <a:pos x="1619" y="2118"/>
                  </a:cxn>
                  <a:cxn ang="0">
                    <a:pos x="1694" y="2268"/>
                  </a:cxn>
                  <a:cxn ang="0">
                    <a:pos x="2132" y="2242"/>
                  </a:cxn>
                  <a:cxn ang="0">
                    <a:pos x="2289" y="2366"/>
                  </a:cxn>
                  <a:cxn ang="0">
                    <a:pos x="2594" y="2046"/>
                  </a:cxn>
                  <a:cxn ang="0">
                    <a:pos x="2537" y="1817"/>
                  </a:cxn>
                  <a:cxn ang="0">
                    <a:pos x="2818" y="1673"/>
                  </a:cxn>
                  <a:cxn ang="0">
                    <a:pos x="3016" y="1719"/>
                  </a:cxn>
                  <a:cxn ang="0">
                    <a:pos x="3280" y="1615"/>
                  </a:cxn>
                  <a:cxn ang="0">
                    <a:pos x="3405" y="1174"/>
                  </a:cxn>
                  <a:cxn ang="0">
                    <a:pos x="3643" y="922"/>
                  </a:cxn>
                  <a:cxn ang="0">
                    <a:pos x="3966" y="896"/>
                  </a:cxn>
                  <a:cxn ang="0">
                    <a:pos x="3908" y="733"/>
                  </a:cxn>
                  <a:cxn ang="0">
                    <a:pos x="3669" y="563"/>
                  </a:cxn>
                  <a:cxn ang="0">
                    <a:pos x="3817" y="210"/>
                  </a:cxn>
                  <a:cxn ang="0">
                    <a:pos x="3590" y="0"/>
                  </a:cxn>
                </a:cxnLst>
                <a:rect l="0" t="0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374" name="Freeform 6"/>
              <p:cNvSpPr>
                <a:spLocks/>
              </p:cNvSpPr>
              <p:nvPr userDrawn="1"/>
            </p:nvSpPr>
            <p:spPr bwMode="hidden">
              <a:xfrm>
                <a:off x="20" y="1069"/>
                <a:ext cx="5732" cy="3107"/>
              </a:xfrm>
              <a:custGeom>
                <a:avLst/>
                <a:gdLst/>
                <a:ahLst/>
                <a:cxnLst>
                  <a:cxn ang="0">
                    <a:pos x="81" y="0"/>
                  </a:cxn>
                  <a:cxn ang="0">
                    <a:pos x="133" y="328"/>
                  </a:cxn>
                  <a:cxn ang="0">
                    <a:pos x="0" y="666"/>
                  </a:cxn>
                  <a:cxn ang="0">
                    <a:pos x="83" y="1221"/>
                  </a:cxn>
                  <a:cxn ang="0">
                    <a:pos x="413" y="1515"/>
                  </a:cxn>
                  <a:cxn ang="0">
                    <a:pos x="881" y="1700"/>
                  </a:cxn>
                  <a:cxn ang="0">
                    <a:pos x="1440" y="1651"/>
                  </a:cxn>
                  <a:cxn ang="0">
                    <a:pos x="1755" y="1940"/>
                  </a:cxn>
                  <a:cxn ang="0">
                    <a:pos x="1653" y="2126"/>
                  </a:cxn>
                  <a:cxn ang="0">
                    <a:pos x="1136" y="2142"/>
                  </a:cxn>
                  <a:cxn ang="0">
                    <a:pos x="911" y="2021"/>
                  </a:cxn>
                  <a:cxn ang="0">
                    <a:pos x="739" y="2142"/>
                  </a:cxn>
                  <a:cxn ang="0">
                    <a:pos x="954" y="2524"/>
                  </a:cxn>
                  <a:cxn ang="0">
                    <a:pos x="973" y="2905"/>
                  </a:cxn>
                  <a:cxn ang="0">
                    <a:pos x="1511" y="3107"/>
                  </a:cxn>
                  <a:cxn ang="0">
                    <a:pos x="1644" y="2922"/>
                  </a:cxn>
                  <a:cxn ang="0">
                    <a:pos x="2077" y="2797"/>
                  </a:cxn>
                  <a:cxn ang="0">
                    <a:pos x="2610" y="2962"/>
                  </a:cxn>
                  <a:cxn ang="0">
                    <a:pos x="3222" y="2812"/>
                  </a:cxn>
                  <a:cxn ang="0">
                    <a:pos x="3443" y="2922"/>
                  </a:cxn>
                  <a:cxn ang="0">
                    <a:pos x="3861" y="2648"/>
                  </a:cxn>
                  <a:cxn ang="0">
                    <a:pos x="4125" y="2311"/>
                  </a:cxn>
                  <a:cxn ang="0">
                    <a:pos x="4369" y="2318"/>
                  </a:cxn>
                  <a:cxn ang="0">
                    <a:pos x="4554" y="2445"/>
                  </a:cxn>
                  <a:cxn ang="0">
                    <a:pos x="5015" y="2142"/>
                  </a:cxn>
                  <a:cxn ang="0">
                    <a:pos x="5404" y="2185"/>
                  </a:cxn>
                  <a:cxn ang="0">
                    <a:pos x="5732" y="2069"/>
                  </a:cxn>
                </a:cxnLst>
                <a:rect l="0" t="0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375" name="Freeform 7"/>
              <p:cNvSpPr>
                <a:spLocks/>
              </p:cNvSpPr>
              <p:nvPr userDrawn="1"/>
            </p:nvSpPr>
            <p:spPr bwMode="hidden">
              <a:xfrm>
                <a:off x="242" y="1145"/>
                <a:ext cx="5512" cy="2760"/>
              </a:xfrm>
              <a:custGeom>
                <a:avLst/>
                <a:gdLst/>
                <a:ahLst/>
                <a:cxnLst>
                  <a:cxn ang="0">
                    <a:pos x="240" y="0"/>
                  </a:cxn>
                  <a:cxn ang="0">
                    <a:pos x="0" y="336"/>
                  </a:cxn>
                  <a:cxn ang="0">
                    <a:pos x="82" y="821"/>
                  </a:cxn>
                  <a:cxn ang="0">
                    <a:pos x="243" y="873"/>
                  </a:cxn>
                  <a:cxn ang="0">
                    <a:pos x="473" y="1087"/>
                  </a:cxn>
                  <a:cxn ang="0">
                    <a:pos x="557" y="1441"/>
                  </a:cxn>
                  <a:cxn ang="0">
                    <a:pos x="839" y="1499"/>
                  </a:cxn>
                  <a:cxn ang="0">
                    <a:pos x="1258" y="1349"/>
                  </a:cxn>
                  <a:cxn ang="0">
                    <a:pos x="1307" y="1493"/>
                  </a:cxn>
                  <a:cxn ang="0">
                    <a:pos x="1621" y="1513"/>
                  </a:cxn>
                  <a:cxn ang="0">
                    <a:pos x="1862" y="1865"/>
                  </a:cxn>
                  <a:cxn ang="0">
                    <a:pos x="1668" y="2166"/>
                  </a:cxn>
                  <a:cxn ang="0">
                    <a:pos x="1308" y="2217"/>
                  </a:cxn>
                  <a:cxn ang="0">
                    <a:pos x="992" y="2172"/>
                  </a:cxn>
                  <a:cxn ang="0">
                    <a:pos x="903" y="2244"/>
                  </a:cxn>
                  <a:cxn ang="0">
                    <a:pos x="1008" y="2415"/>
                  </a:cxn>
                  <a:cxn ang="0">
                    <a:pos x="992" y="2538"/>
                  </a:cxn>
                  <a:cxn ang="0">
                    <a:pos x="1137" y="2760"/>
                  </a:cxn>
                  <a:cxn ang="0">
                    <a:pos x="1661" y="2623"/>
                  </a:cxn>
                  <a:cxn ang="0">
                    <a:pos x="1725" y="2492"/>
                  </a:cxn>
                  <a:cxn ang="0">
                    <a:pos x="1895" y="2551"/>
                  </a:cxn>
                  <a:cxn ang="0">
                    <a:pos x="2338" y="2448"/>
                  </a:cxn>
                  <a:cxn ang="0">
                    <a:pos x="2443" y="2714"/>
                  </a:cxn>
                  <a:cxn ang="0">
                    <a:pos x="2870" y="2541"/>
                  </a:cxn>
                  <a:cxn ang="0">
                    <a:pos x="3264" y="2591"/>
                  </a:cxn>
                  <a:cxn ang="0">
                    <a:pos x="3522" y="2427"/>
                  </a:cxn>
                  <a:cxn ang="0">
                    <a:pos x="3594" y="2081"/>
                  </a:cxn>
                  <a:cxn ang="0">
                    <a:pos x="4013" y="2087"/>
                  </a:cxn>
                  <a:cxn ang="0">
                    <a:pos x="4070" y="1924"/>
                  </a:cxn>
                  <a:cxn ang="0">
                    <a:pos x="4239" y="1931"/>
                  </a:cxn>
                  <a:cxn ang="0">
                    <a:pos x="4465" y="2094"/>
                  </a:cxn>
                  <a:cxn ang="0">
                    <a:pos x="4836" y="1814"/>
                  </a:cxn>
                  <a:cxn ang="0">
                    <a:pos x="5225" y="1785"/>
                  </a:cxn>
                  <a:cxn ang="0">
                    <a:pos x="5367" y="1571"/>
                  </a:cxn>
                  <a:cxn ang="0">
                    <a:pos x="5512" y="1585"/>
                  </a:cxn>
                </a:cxnLst>
                <a:rect l="0" t="0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376" name="Freeform 8"/>
              <p:cNvSpPr>
                <a:spLocks/>
              </p:cNvSpPr>
              <p:nvPr userDrawn="1"/>
            </p:nvSpPr>
            <p:spPr bwMode="hidden">
              <a:xfrm>
                <a:off x="4840" y="984"/>
                <a:ext cx="790" cy="1189"/>
              </a:xfrm>
              <a:custGeom>
                <a:avLst/>
                <a:gdLst/>
                <a:ahLst/>
                <a:cxnLst>
                  <a:cxn ang="0">
                    <a:pos x="139" y="0"/>
                  </a:cxn>
                  <a:cxn ang="0">
                    <a:pos x="210" y="233"/>
                  </a:cxn>
                  <a:cxn ang="0">
                    <a:pos x="159" y="643"/>
                  </a:cxn>
                  <a:cxn ang="0">
                    <a:pos x="454" y="771"/>
                  </a:cxn>
                  <a:cxn ang="0">
                    <a:pos x="605" y="1046"/>
                  </a:cxn>
                  <a:cxn ang="0">
                    <a:pos x="790" y="1189"/>
                  </a:cxn>
                  <a:cxn ang="0">
                    <a:pos x="540" y="1111"/>
                  </a:cxn>
                  <a:cxn ang="0">
                    <a:pos x="363" y="883"/>
                  </a:cxn>
                  <a:cxn ang="0">
                    <a:pos x="139" y="852"/>
                  </a:cxn>
                  <a:cxn ang="0">
                    <a:pos x="0" y="499"/>
                  </a:cxn>
                  <a:cxn ang="0">
                    <a:pos x="48" y="209"/>
                  </a:cxn>
                </a:cxnLst>
                <a:rect l="0" t="0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377" name="Freeform 9"/>
              <p:cNvSpPr>
                <a:spLocks/>
              </p:cNvSpPr>
              <p:nvPr userDrawn="1"/>
            </p:nvSpPr>
            <p:spPr bwMode="hidden">
              <a:xfrm>
                <a:off x="5173" y="896"/>
                <a:ext cx="579" cy="111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28" y="328"/>
                  </a:cxn>
                  <a:cxn ang="0">
                    <a:pos x="9" y="659"/>
                  </a:cxn>
                  <a:cxn ang="0">
                    <a:pos x="40" y="763"/>
                  </a:cxn>
                  <a:cxn ang="0">
                    <a:pos x="234" y="739"/>
                  </a:cxn>
                  <a:cxn ang="0">
                    <a:pos x="344" y="1055"/>
                  </a:cxn>
                  <a:cxn ang="0">
                    <a:pos x="579" y="1117"/>
                  </a:cxn>
                </a:cxnLst>
                <a:rect l="0" t="0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378" name="Freeform 10"/>
              <p:cNvSpPr>
                <a:spLocks/>
              </p:cNvSpPr>
              <p:nvPr userDrawn="1"/>
            </p:nvSpPr>
            <p:spPr bwMode="hidden">
              <a:xfrm>
                <a:off x="3291" y="968"/>
                <a:ext cx="2471" cy="2396"/>
              </a:xfrm>
              <a:custGeom>
                <a:avLst/>
                <a:gdLst/>
                <a:ahLst/>
                <a:cxnLst>
                  <a:cxn ang="0">
                    <a:pos x="1118" y="0"/>
                  </a:cxn>
                  <a:cxn ang="0">
                    <a:pos x="1179" y="225"/>
                  </a:cxn>
                  <a:cxn ang="0">
                    <a:pos x="1393" y="339"/>
                  </a:cxn>
                  <a:cxn ang="0">
                    <a:pos x="1404" y="548"/>
                  </a:cxn>
                  <a:cxn ang="0">
                    <a:pos x="1342" y="732"/>
                  </a:cxn>
                  <a:cxn ang="0">
                    <a:pos x="1434" y="925"/>
                  </a:cxn>
                  <a:cxn ang="0">
                    <a:pos x="1455" y="1109"/>
                  </a:cxn>
                  <a:cxn ang="0">
                    <a:pos x="1311" y="1142"/>
                  </a:cxn>
                  <a:cxn ang="0">
                    <a:pos x="926" y="1384"/>
                  </a:cxn>
                  <a:cxn ang="0">
                    <a:pos x="975" y="1456"/>
                  </a:cxn>
                  <a:cxn ang="0">
                    <a:pos x="956" y="1624"/>
                  </a:cxn>
                  <a:cxn ang="0">
                    <a:pos x="782" y="1817"/>
                  </a:cxn>
                  <a:cxn ang="0">
                    <a:pos x="539" y="1978"/>
                  </a:cxn>
                  <a:cxn ang="0">
                    <a:pos x="152" y="2026"/>
                  </a:cxn>
                  <a:cxn ang="0">
                    <a:pos x="19" y="2251"/>
                  </a:cxn>
                  <a:cxn ang="0">
                    <a:pos x="0" y="2396"/>
                  </a:cxn>
                  <a:cxn ang="0">
                    <a:pos x="213" y="2179"/>
                  </a:cxn>
                  <a:cxn ang="0">
                    <a:pos x="629" y="2090"/>
                  </a:cxn>
                  <a:cxn ang="0">
                    <a:pos x="894" y="1906"/>
                  </a:cxn>
                  <a:cxn ang="0">
                    <a:pos x="1230" y="1986"/>
                  </a:cxn>
                  <a:cxn ang="0">
                    <a:pos x="1668" y="1906"/>
                  </a:cxn>
                  <a:cxn ang="0">
                    <a:pos x="1983" y="1745"/>
                  </a:cxn>
                  <a:cxn ang="0">
                    <a:pos x="2014" y="1600"/>
                  </a:cxn>
                  <a:cxn ang="0">
                    <a:pos x="2237" y="1496"/>
                  </a:cxn>
                  <a:cxn ang="0">
                    <a:pos x="2359" y="1552"/>
                  </a:cxn>
                  <a:cxn ang="0">
                    <a:pos x="2471" y="1479"/>
                  </a:cxn>
                </a:cxnLst>
                <a:rect l="0" t="0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379" name="Freeform 11"/>
              <p:cNvSpPr>
                <a:spLocks/>
              </p:cNvSpPr>
              <p:nvPr userDrawn="1"/>
            </p:nvSpPr>
            <p:spPr bwMode="hidden">
              <a:xfrm>
                <a:off x="2366" y="1067"/>
                <a:ext cx="1399" cy="1349"/>
              </a:xfrm>
              <a:custGeom>
                <a:avLst/>
                <a:gdLst/>
                <a:ahLst/>
                <a:cxnLst>
                  <a:cxn ang="0">
                    <a:pos x="620" y="155"/>
                  </a:cxn>
                  <a:cxn ang="0">
                    <a:pos x="421" y="155"/>
                  </a:cxn>
                  <a:cxn ang="0">
                    <a:pos x="205" y="507"/>
                  </a:cxn>
                  <a:cxn ang="0">
                    <a:pos x="0" y="673"/>
                  </a:cxn>
                  <a:cxn ang="0">
                    <a:pos x="487" y="783"/>
                  </a:cxn>
                  <a:cxn ang="0">
                    <a:pos x="425" y="1009"/>
                  </a:cxn>
                  <a:cxn ang="0">
                    <a:pos x="617" y="1086"/>
                  </a:cxn>
                  <a:cxn ang="0">
                    <a:pos x="498" y="1349"/>
                  </a:cxn>
                  <a:cxn ang="0">
                    <a:pos x="961" y="1035"/>
                  </a:cxn>
                  <a:cxn ang="0">
                    <a:pos x="926" y="776"/>
                  </a:cxn>
                  <a:cxn ang="0">
                    <a:pos x="1181" y="749"/>
                  </a:cxn>
                  <a:cxn ang="0">
                    <a:pos x="1399" y="601"/>
                  </a:cxn>
                  <a:cxn ang="0">
                    <a:pos x="1315" y="416"/>
                  </a:cxn>
                  <a:cxn ang="0">
                    <a:pos x="1341" y="196"/>
                  </a:cxn>
                  <a:cxn ang="0">
                    <a:pos x="1171" y="164"/>
                  </a:cxn>
                  <a:cxn ang="0">
                    <a:pos x="928" y="0"/>
                  </a:cxn>
                  <a:cxn ang="0">
                    <a:pos x="620" y="155"/>
                  </a:cxn>
                </a:cxnLst>
                <a:rect l="0" t="0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380" name="Freeform 12"/>
              <p:cNvSpPr>
                <a:spLocks/>
              </p:cNvSpPr>
              <p:nvPr userDrawn="1"/>
            </p:nvSpPr>
            <p:spPr bwMode="hidden">
              <a:xfrm>
                <a:off x="4275" y="2031"/>
                <a:ext cx="1256" cy="810"/>
              </a:xfrm>
              <a:custGeom>
                <a:avLst/>
                <a:gdLst/>
                <a:ahLst/>
                <a:cxnLst>
                  <a:cxn ang="0">
                    <a:pos x="719" y="183"/>
                  </a:cxn>
                  <a:cxn ang="0">
                    <a:pos x="760" y="33"/>
                  </a:cxn>
                  <a:cxn ang="0">
                    <a:pos x="884" y="0"/>
                  </a:cxn>
                  <a:cxn ang="0">
                    <a:pos x="983" y="78"/>
                  </a:cxn>
                  <a:cxn ang="0">
                    <a:pos x="1082" y="248"/>
                  </a:cxn>
                  <a:cxn ang="0">
                    <a:pos x="1256" y="229"/>
                  </a:cxn>
                  <a:cxn ang="0">
                    <a:pos x="1248" y="359"/>
                  </a:cxn>
                  <a:cxn ang="0">
                    <a:pos x="1016" y="431"/>
                  </a:cxn>
                  <a:cxn ang="0">
                    <a:pos x="879" y="417"/>
                  </a:cxn>
                  <a:cxn ang="0">
                    <a:pos x="719" y="481"/>
                  </a:cxn>
                  <a:cxn ang="0">
                    <a:pos x="591" y="633"/>
                  </a:cxn>
                  <a:cxn ang="0">
                    <a:pos x="423" y="537"/>
                  </a:cxn>
                  <a:cxn ang="0">
                    <a:pos x="256" y="810"/>
                  </a:cxn>
                  <a:cxn ang="0">
                    <a:pos x="66" y="764"/>
                  </a:cxn>
                  <a:cxn ang="0">
                    <a:pos x="0" y="601"/>
                  </a:cxn>
                  <a:cxn ang="0">
                    <a:pos x="157" y="483"/>
                  </a:cxn>
                  <a:cxn ang="0">
                    <a:pos x="248" y="281"/>
                  </a:cxn>
                  <a:cxn ang="0">
                    <a:pos x="438" y="150"/>
                  </a:cxn>
                  <a:cxn ang="0">
                    <a:pos x="719" y="189"/>
                  </a:cxn>
                </a:cxnLst>
                <a:rect l="0" t="0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381" name="Freeform 13"/>
              <p:cNvSpPr>
                <a:spLocks/>
              </p:cNvSpPr>
              <p:nvPr userDrawn="1"/>
            </p:nvSpPr>
            <p:spPr bwMode="hidden">
              <a:xfrm>
                <a:off x="2914" y="3476"/>
                <a:ext cx="2848" cy="788"/>
              </a:xfrm>
              <a:custGeom>
                <a:avLst/>
                <a:gdLst/>
                <a:ahLst/>
                <a:cxnLst>
                  <a:cxn ang="0">
                    <a:pos x="2838" y="16"/>
                  </a:cxn>
                  <a:cxn ang="0">
                    <a:pos x="2493" y="0"/>
                  </a:cxn>
                  <a:cxn ang="0">
                    <a:pos x="2278" y="81"/>
                  </a:cxn>
                  <a:cxn ang="0">
                    <a:pos x="1936" y="44"/>
                  </a:cxn>
                  <a:cxn ang="0">
                    <a:pos x="1739" y="354"/>
                  </a:cxn>
                  <a:cxn ang="0">
                    <a:pos x="1600" y="212"/>
                  </a:cxn>
                  <a:cxn ang="0">
                    <a:pos x="1352" y="308"/>
                  </a:cxn>
                  <a:cxn ang="0">
                    <a:pos x="1445" y="515"/>
                  </a:cxn>
                  <a:cxn ang="0">
                    <a:pos x="1072" y="412"/>
                  </a:cxn>
                  <a:cxn ang="0">
                    <a:pos x="888" y="540"/>
                  </a:cxn>
                  <a:cxn ang="0">
                    <a:pos x="0" y="660"/>
                  </a:cxn>
                  <a:cxn ang="0">
                    <a:pos x="288" y="788"/>
                  </a:cxn>
                  <a:cxn ang="0">
                    <a:pos x="1040" y="676"/>
                  </a:cxn>
                  <a:cxn ang="0">
                    <a:pos x="1272" y="748"/>
                  </a:cxn>
                  <a:cxn ang="0">
                    <a:pos x="2096" y="691"/>
                  </a:cxn>
                  <a:cxn ang="0">
                    <a:pos x="2320" y="748"/>
                  </a:cxn>
                  <a:cxn ang="0">
                    <a:pos x="2456" y="596"/>
                  </a:cxn>
                  <a:cxn ang="0">
                    <a:pos x="2712" y="716"/>
                  </a:cxn>
                  <a:cxn ang="0">
                    <a:pos x="2716" y="339"/>
                  </a:cxn>
                  <a:cxn ang="0">
                    <a:pos x="2848" y="258"/>
                  </a:cxn>
                </a:cxnLst>
                <a:rect l="0" t="0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382" name="Freeform 14"/>
              <p:cNvSpPr>
                <a:spLocks/>
              </p:cNvSpPr>
              <p:nvPr userDrawn="1"/>
            </p:nvSpPr>
            <p:spPr bwMode="hidden">
              <a:xfrm>
                <a:off x="5443" y="922"/>
                <a:ext cx="319" cy="85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6" y="313"/>
                  </a:cxn>
                  <a:cxn ang="0">
                    <a:pos x="106" y="634"/>
                  </a:cxn>
                  <a:cxn ang="0">
                    <a:pos x="268" y="854"/>
                  </a:cxn>
                  <a:cxn ang="0">
                    <a:pos x="278" y="577"/>
                  </a:cxn>
                  <a:cxn ang="0">
                    <a:pos x="238" y="400"/>
                  </a:cxn>
                  <a:cxn ang="0">
                    <a:pos x="319" y="240"/>
                  </a:cxn>
                </a:cxnLst>
                <a:rect l="0" t="0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383" name="Freeform 15"/>
              <p:cNvSpPr>
                <a:spLocks/>
              </p:cNvSpPr>
              <p:nvPr userDrawn="1"/>
            </p:nvSpPr>
            <p:spPr bwMode="hidden">
              <a:xfrm>
                <a:off x="4954" y="3568"/>
                <a:ext cx="646" cy="392"/>
              </a:xfrm>
              <a:custGeom>
                <a:avLst/>
                <a:gdLst/>
                <a:ahLst/>
                <a:cxnLst>
                  <a:cxn ang="0">
                    <a:pos x="504" y="0"/>
                  </a:cxn>
                  <a:cxn ang="0">
                    <a:pos x="320" y="61"/>
                  </a:cxn>
                  <a:cxn ang="0">
                    <a:pos x="238" y="109"/>
                  </a:cxn>
                  <a:cxn ang="0">
                    <a:pos x="144" y="216"/>
                  </a:cxn>
                  <a:cxn ang="0">
                    <a:pos x="0" y="392"/>
                  </a:cxn>
                  <a:cxn ang="0">
                    <a:pos x="360" y="263"/>
                  </a:cxn>
                  <a:cxn ang="0">
                    <a:pos x="432" y="182"/>
                  </a:cxn>
                  <a:cxn ang="0">
                    <a:pos x="646" y="142"/>
                  </a:cxn>
                  <a:cxn ang="0">
                    <a:pos x="504" y="0"/>
                  </a:cxn>
                </a:cxnLst>
                <a:rect l="0" t="0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384" name="Freeform 16"/>
              <p:cNvSpPr>
                <a:spLocks/>
              </p:cNvSpPr>
              <p:nvPr userDrawn="1"/>
            </p:nvSpPr>
            <p:spPr bwMode="hidden">
              <a:xfrm>
                <a:off x="50" y="2400"/>
                <a:ext cx="2736" cy="19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336"/>
                  </a:cxn>
                  <a:cxn ang="0">
                    <a:pos x="384" y="384"/>
                  </a:cxn>
                  <a:cxn ang="0">
                    <a:pos x="576" y="720"/>
                  </a:cxn>
                  <a:cxn ang="0">
                    <a:pos x="528" y="960"/>
                  </a:cxn>
                  <a:cxn ang="0">
                    <a:pos x="672" y="1104"/>
                  </a:cxn>
                  <a:cxn ang="0">
                    <a:pos x="576" y="1392"/>
                  </a:cxn>
                  <a:cxn ang="0">
                    <a:pos x="624" y="1632"/>
                  </a:cxn>
                  <a:cxn ang="0">
                    <a:pos x="1488" y="1872"/>
                  </a:cxn>
                  <a:cxn ang="0">
                    <a:pos x="1680" y="1728"/>
                  </a:cxn>
                  <a:cxn ang="0">
                    <a:pos x="2208" y="1728"/>
                  </a:cxn>
                  <a:cxn ang="0">
                    <a:pos x="2304" y="1632"/>
                  </a:cxn>
                  <a:cxn ang="0">
                    <a:pos x="2736" y="1872"/>
                  </a:cxn>
                  <a:cxn ang="0">
                    <a:pos x="2640" y="1920"/>
                  </a:cxn>
                  <a:cxn ang="0">
                    <a:pos x="2304" y="1824"/>
                  </a:cxn>
                  <a:cxn ang="0">
                    <a:pos x="2160" y="1872"/>
                  </a:cxn>
                  <a:cxn ang="0">
                    <a:pos x="1632" y="1920"/>
                  </a:cxn>
                  <a:cxn ang="0">
                    <a:pos x="1440" y="1920"/>
                  </a:cxn>
                  <a:cxn ang="0">
                    <a:pos x="480" y="1824"/>
                  </a:cxn>
                  <a:cxn ang="0">
                    <a:pos x="192" y="1872"/>
                  </a:cxn>
                  <a:cxn ang="0">
                    <a:pos x="96" y="1680"/>
                  </a:cxn>
                  <a:cxn ang="0">
                    <a:pos x="288" y="1440"/>
                  </a:cxn>
                  <a:cxn ang="0">
                    <a:pos x="336" y="1104"/>
                  </a:cxn>
                  <a:cxn ang="0">
                    <a:pos x="144" y="864"/>
                  </a:cxn>
                  <a:cxn ang="0">
                    <a:pos x="240" y="624"/>
                  </a:cxn>
                  <a:cxn ang="0">
                    <a:pos x="48" y="528"/>
                  </a:cxn>
                  <a:cxn ang="0">
                    <a:pos x="0" y="0"/>
                  </a:cxn>
                </a:cxnLst>
                <a:rect l="0" t="0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</p:grpSp>
        <p:grpSp>
          <p:nvGrpSpPr>
            <p:cNvPr id="58385" name="Group 17"/>
            <p:cNvGrpSpPr>
              <a:grpSpLocks/>
            </p:cNvGrpSpPr>
            <p:nvPr userDrawn="1"/>
          </p:nvGrpSpPr>
          <p:grpSpPr bwMode="auto">
            <a:xfrm>
              <a:off x="0" y="2291"/>
              <a:ext cx="1385" cy="1702"/>
              <a:chOff x="0" y="2291"/>
              <a:chExt cx="1385" cy="1702"/>
            </a:xfrm>
          </p:grpSpPr>
          <p:sp>
            <p:nvSpPr>
              <p:cNvPr id="58386" name="Rectangle 18"/>
              <p:cNvSpPr>
                <a:spLocks noChangeArrowheads="1"/>
              </p:cNvSpPr>
              <p:nvPr userDrawn="1"/>
            </p:nvSpPr>
            <p:spPr bwMode="ltGray">
              <a:xfrm rot="6798887">
                <a:off x="62" y="388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387" name="Rectangle 19"/>
              <p:cNvSpPr>
                <a:spLocks noChangeArrowheads="1"/>
              </p:cNvSpPr>
              <p:nvPr userDrawn="1"/>
            </p:nvSpPr>
            <p:spPr bwMode="ltGray">
              <a:xfrm rot="6798887">
                <a:off x="33" y="388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388" name="Rectangle 20"/>
              <p:cNvSpPr>
                <a:spLocks noChangeArrowheads="1"/>
              </p:cNvSpPr>
              <p:nvPr userDrawn="1"/>
            </p:nvSpPr>
            <p:spPr bwMode="ltGray">
              <a:xfrm rot="6798887">
                <a:off x="6" y="387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389" name="Rectangle 21"/>
              <p:cNvSpPr>
                <a:spLocks noChangeArrowheads="1"/>
              </p:cNvSpPr>
              <p:nvPr userDrawn="1"/>
            </p:nvSpPr>
            <p:spPr bwMode="ltGray">
              <a:xfrm rot="5999912">
                <a:off x="209" y="388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390" name="Rectangle 22"/>
              <p:cNvSpPr>
                <a:spLocks noChangeArrowheads="1"/>
              </p:cNvSpPr>
              <p:nvPr userDrawn="1"/>
            </p:nvSpPr>
            <p:spPr bwMode="ltGray">
              <a:xfrm rot="5999912">
                <a:off x="182" y="388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391" name="Rectangle 23"/>
              <p:cNvSpPr>
                <a:spLocks noChangeArrowheads="1"/>
              </p:cNvSpPr>
              <p:nvPr userDrawn="1"/>
            </p:nvSpPr>
            <p:spPr bwMode="ltGray">
              <a:xfrm rot="6250138">
                <a:off x="152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392" name="Rectangle 24"/>
              <p:cNvSpPr>
                <a:spLocks noChangeArrowheads="1"/>
              </p:cNvSpPr>
              <p:nvPr userDrawn="1"/>
            </p:nvSpPr>
            <p:spPr bwMode="ltGray">
              <a:xfrm rot="6238076">
                <a:off x="123" y="388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393" name="Rectangle 25"/>
              <p:cNvSpPr>
                <a:spLocks noChangeArrowheads="1"/>
              </p:cNvSpPr>
              <p:nvPr userDrawn="1"/>
            </p:nvSpPr>
            <p:spPr bwMode="ltGray">
              <a:xfrm rot="5380717">
                <a:off x="363" y="386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394" name="Rectangle 26"/>
              <p:cNvSpPr>
                <a:spLocks noChangeArrowheads="1"/>
              </p:cNvSpPr>
              <p:nvPr userDrawn="1"/>
            </p:nvSpPr>
            <p:spPr bwMode="ltGray">
              <a:xfrm rot="5380717">
                <a:off x="332" y="387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395" name="Rectangle 27"/>
              <p:cNvSpPr>
                <a:spLocks noChangeArrowheads="1"/>
              </p:cNvSpPr>
              <p:nvPr userDrawn="1"/>
            </p:nvSpPr>
            <p:spPr bwMode="ltGray">
              <a:xfrm rot="5583200">
                <a:off x="302" y="387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396" name="Rectangle 28"/>
              <p:cNvSpPr>
                <a:spLocks noChangeArrowheads="1"/>
              </p:cNvSpPr>
              <p:nvPr userDrawn="1"/>
            </p:nvSpPr>
            <p:spPr bwMode="ltGray">
              <a:xfrm rot="5737625">
                <a:off x="270" y="388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397" name="Rectangle 29"/>
              <p:cNvSpPr>
                <a:spLocks noChangeArrowheads="1"/>
              </p:cNvSpPr>
              <p:nvPr userDrawn="1"/>
            </p:nvSpPr>
            <p:spPr bwMode="ltGray">
              <a:xfrm rot="4715477">
                <a:off x="516" y="382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398" name="Rectangle 30"/>
              <p:cNvSpPr>
                <a:spLocks noChangeArrowheads="1"/>
              </p:cNvSpPr>
              <p:nvPr userDrawn="1"/>
            </p:nvSpPr>
            <p:spPr bwMode="ltGray">
              <a:xfrm rot="4924949">
                <a:off x="486" y="38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399" name="Rectangle 31"/>
              <p:cNvSpPr>
                <a:spLocks noChangeArrowheads="1"/>
              </p:cNvSpPr>
              <p:nvPr userDrawn="1"/>
            </p:nvSpPr>
            <p:spPr bwMode="ltGray">
              <a:xfrm rot="4924949">
                <a:off x="456" y="38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00" name="Rectangle 32"/>
              <p:cNvSpPr>
                <a:spLocks noChangeArrowheads="1"/>
              </p:cNvSpPr>
              <p:nvPr userDrawn="1"/>
            </p:nvSpPr>
            <p:spPr bwMode="ltGray">
              <a:xfrm rot="5041352">
                <a:off x="426" y="3851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01" name="Rectangle 33"/>
              <p:cNvSpPr>
                <a:spLocks noChangeArrowheads="1"/>
              </p:cNvSpPr>
              <p:nvPr userDrawn="1"/>
            </p:nvSpPr>
            <p:spPr bwMode="ltGray">
              <a:xfrm rot="3816889">
                <a:off x="664" y="376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02" name="Rectangle 34"/>
              <p:cNvSpPr>
                <a:spLocks noChangeArrowheads="1"/>
              </p:cNvSpPr>
              <p:nvPr userDrawn="1"/>
            </p:nvSpPr>
            <p:spPr bwMode="ltGray">
              <a:xfrm rot="3816889">
                <a:off x="634" y="378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03" name="Rectangle 35"/>
              <p:cNvSpPr>
                <a:spLocks noChangeArrowheads="1"/>
              </p:cNvSpPr>
              <p:nvPr userDrawn="1"/>
            </p:nvSpPr>
            <p:spPr bwMode="ltGray">
              <a:xfrm rot="4104184">
                <a:off x="605" y="3791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04" name="Rectangle 36"/>
              <p:cNvSpPr>
                <a:spLocks noChangeArrowheads="1"/>
              </p:cNvSpPr>
              <p:nvPr userDrawn="1"/>
            </p:nvSpPr>
            <p:spPr bwMode="ltGray">
              <a:xfrm rot="4325343">
                <a:off x="575" y="380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05" name="Rectangle 37"/>
              <p:cNvSpPr>
                <a:spLocks noChangeArrowheads="1"/>
              </p:cNvSpPr>
              <p:nvPr userDrawn="1"/>
            </p:nvSpPr>
            <p:spPr bwMode="ltGray">
              <a:xfrm rot="3368036">
                <a:off x="799" y="3683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06" name="Rectangle 38"/>
              <p:cNvSpPr>
                <a:spLocks noChangeArrowheads="1"/>
              </p:cNvSpPr>
              <p:nvPr userDrawn="1"/>
            </p:nvSpPr>
            <p:spPr bwMode="ltGray">
              <a:xfrm rot="3368036">
                <a:off x="772" y="369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07" name="Rectangle 39"/>
              <p:cNvSpPr>
                <a:spLocks noChangeArrowheads="1"/>
              </p:cNvSpPr>
              <p:nvPr userDrawn="1"/>
            </p:nvSpPr>
            <p:spPr bwMode="ltGray">
              <a:xfrm rot="3368036">
                <a:off x="745" y="3717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08" name="Rectangle 40"/>
              <p:cNvSpPr>
                <a:spLocks noChangeArrowheads="1"/>
              </p:cNvSpPr>
              <p:nvPr userDrawn="1"/>
            </p:nvSpPr>
            <p:spPr bwMode="ltGray">
              <a:xfrm rot="3816889">
                <a:off x="717" y="37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09" name="Rectangle 41"/>
              <p:cNvSpPr>
                <a:spLocks noChangeArrowheads="1"/>
              </p:cNvSpPr>
              <p:nvPr userDrawn="1"/>
            </p:nvSpPr>
            <p:spPr bwMode="ltGray">
              <a:xfrm rot="2302266">
                <a:off x="923" y="358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10" name="Rectangle 42"/>
              <p:cNvSpPr>
                <a:spLocks noChangeArrowheads="1"/>
              </p:cNvSpPr>
              <p:nvPr userDrawn="1"/>
            </p:nvSpPr>
            <p:spPr bwMode="ltGray">
              <a:xfrm rot="2302266">
                <a:off x="899" y="360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11" name="Rectangle 43"/>
              <p:cNvSpPr>
                <a:spLocks noChangeArrowheads="1"/>
              </p:cNvSpPr>
              <p:nvPr userDrawn="1"/>
            </p:nvSpPr>
            <p:spPr bwMode="ltGray">
              <a:xfrm rot="2707562">
                <a:off x="876" y="36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12" name="Rectangle 44"/>
              <p:cNvSpPr>
                <a:spLocks noChangeArrowheads="1"/>
              </p:cNvSpPr>
              <p:nvPr userDrawn="1"/>
            </p:nvSpPr>
            <p:spPr bwMode="ltGray">
              <a:xfrm rot="2707562">
                <a:off x="850" y="364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13" name="Rectangle 45"/>
              <p:cNvSpPr>
                <a:spLocks noChangeArrowheads="1"/>
              </p:cNvSpPr>
              <p:nvPr userDrawn="1"/>
            </p:nvSpPr>
            <p:spPr bwMode="ltGray">
              <a:xfrm rot="1525830">
                <a:off x="1027" y="3473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14" name="Rectangle 46"/>
              <p:cNvSpPr>
                <a:spLocks noChangeArrowheads="1"/>
              </p:cNvSpPr>
              <p:nvPr userDrawn="1"/>
            </p:nvSpPr>
            <p:spPr bwMode="ltGray">
              <a:xfrm rot="1525830">
                <a:off x="1009" y="349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15" name="Rectangle 47"/>
              <p:cNvSpPr>
                <a:spLocks noChangeArrowheads="1"/>
              </p:cNvSpPr>
              <p:nvPr userDrawn="1"/>
            </p:nvSpPr>
            <p:spPr bwMode="ltGray">
              <a:xfrm rot="1788117">
                <a:off x="990" y="351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16" name="Rectangle 48"/>
              <p:cNvSpPr>
                <a:spLocks noChangeArrowheads="1"/>
              </p:cNvSpPr>
              <p:nvPr userDrawn="1"/>
            </p:nvSpPr>
            <p:spPr bwMode="ltGray">
              <a:xfrm rot="1788117">
                <a:off x="969" y="354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17" name="Rectangle 49"/>
              <p:cNvSpPr>
                <a:spLocks noChangeArrowheads="1"/>
              </p:cNvSpPr>
              <p:nvPr userDrawn="1"/>
            </p:nvSpPr>
            <p:spPr bwMode="ltGray">
              <a:xfrm rot="841630">
                <a:off x="1113" y="335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18" name="Rectangle 50"/>
              <p:cNvSpPr>
                <a:spLocks noChangeArrowheads="1"/>
              </p:cNvSpPr>
              <p:nvPr userDrawn="1"/>
            </p:nvSpPr>
            <p:spPr bwMode="ltGray">
              <a:xfrm rot="841630">
                <a:off x="1100" y="337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19" name="Rectangle 51"/>
              <p:cNvSpPr>
                <a:spLocks noChangeArrowheads="1"/>
              </p:cNvSpPr>
              <p:nvPr userDrawn="1"/>
            </p:nvSpPr>
            <p:spPr bwMode="ltGray">
              <a:xfrm rot="1308689">
                <a:off x="1086" y="3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20" name="Rectangle 52"/>
              <p:cNvSpPr>
                <a:spLocks noChangeArrowheads="1"/>
              </p:cNvSpPr>
              <p:nvPr userDrawn="1"/>
            </p:nvSpPr>
            <p:spPr bwMode="ltGray">
              <a:xfrm rot="1308689">
                <a:off x="1064" y="342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21" name="Rectangle 53"/>
              <p:cNvSpPr>
                <a:spLocks noChangeArrowheads="1"/>
              </p:cNvSpPr>
              <p:nvPr userDrawn="1"/>
            </p:nvSpPr>
            <p:spPr bwMode="ltGray">
              <a:xfrm rot="469913">
                <a:off x="1172" y="3225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22" name="Rectangle 54"/>
              <p:cNvSpPr>
                <a:spLocks noChangeArrowheads="1"/>
              </p:cNvSpPr>
              <p:nvPr userDrawn="1"/>
            </p:nvSpPr>
            <p:spPr bwMode="ltGray">
              <a:xfrm rot="559869">
                <a:off x="1162" y="325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23" name="Rectangle 55"/>
              <p:cNvSpPr>
                <a:spLocks noChangeArrowheads="1"/>
              </p:cNvSpPr>
              <p:nvPr userDrawn="1"/>
            </p:nvSpPr>
            <p:spPr bwMode="ltGray">
              <a:xfrm rot="734079">
                <a:off x="1154" y="327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24" name="Rectangle 56"/>
              <p:cNvSpPr>
                <a:spLocks noChangeArrowheads="1"/>
              </p:cNvSpPr>
              <p:nvPr userDrawn="1"/>
            </p:nvSpPr>
            <p:spPr bwMode="ltGray">
              <a:xfrm rot="734079">
                <a:off x="1141" y="330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25" name="Rectangle 57"/>
              <p:cNvSpPr>
                <a:spLocks noChangeArrowheads="1"/>
              </p:cNvSpPr>
              <p:nvPr userDrawn="1"/>
            </p:nvSpPr>
            <p:spPr bwMode="ltGray">
              <a:xfrm rot="-293905">
                <a:off x="1211" y="309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26" name="Rectangle 58"/>
              <p:cNvSpPr>
                <a:spLocks noChangeArrowheads="1"/>
              </p:cNvSpPr>
              <p:nvPr userDrawn="1"/>
            </p:nvSpPr>
            <p:spPr bwMode="ltGray">
              <a:xfrm rot="-8">
                <a:off x="1201" y="312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27" name="Rectangle 59"/>
              <p:cNvSpPr>
                <a:spLocks noChangeArrowheads="1"/>
              </p:cNvSpPr>
              <p:nvPr userDrawn="1"/>
            </p:nvSpPr>
            <p:spPr bwMode="ltGray">
              <a:xfrm rot="-8">
                <a:off x="1200" y="3147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28" name="Rectangle 60"/>
              <p:cNvSpPr>
                <a:spLocks noChangeArrowheads="1"/>
              </p:cNvSpPr>
              <p:nvPr userDrawn="1"/>
            </p:nvSpPr>
            <p:spPr bwMode="ltGray">
              <a:xfrm rot="214188">
                <a:off x="1189" y="31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29" name="Rectangle 61"/>
              <p:cNvSpPr>
                <a:spLocks noChangeArrowheads="1"/>
              </p:cNvSpPr>
              <p:nvPr userDrawn="1"/>
            </p:nvSpPr>
            <p:spPr bwMode="ltGray">
              <a:xfrm rot="-682388">
                <a:off x="1219" y="296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30" name="Rectangle 62"/>
              <p:cNvSpPr>
                <a:spLocks noChangeArrowheads="1"/>
              </p:cNvSpPr>
              <p:nvPr userDrawn="1"/>
            </p:nvSpPr>
            <p:spPr bwMode="ltGray">
              <a:xfrm rot="-480400">
                <a:off x="1220" y="2991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31" name="Rectangle 63"/>
              <p:cNvSpPr>
                <a:spLocks noChangeArrowheads="1"/>
              </p:cNvSpPr>
              <p:nvPr userDrawn="1"/>
            </p:nvSpPr>
            <p:spPr bwMode="ltGray">
              <a:xfrm rot="-480400">
                <a:off x="1220" y="30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32" name="Rectangle 64"/>
              <p:cNvSpPr>
                <a:spLocks noChangeArrowheads="1"/>
              </p:cNvSpPr>
              <p:nvPr userDrawn="1"/>
            </p:nvSpPr>
            <p:spPr bwMode="ltGray">
              <a:xfrm rot="-270546">
                <a:off x="1219" y="30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33" name="Rectangle 65"/>
              <p:cNvSpPr>
                <a:spLocks noChangeArrowheads="1"/>
              </p:cNvSpPr>
              <p:nvPr userDrawn="1"/>
            </p:nvSpPr>
            <p:spPr bwMode="ltGray">
              <a:xfrm rot="-1132286">
                <a:off x="1207" y="2843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34" name="Rectangle 66"/>
              <p:cNvSpPr>
                <a:spLocks noChangeArrowheads="1"/>
              </p:cNvSpPr>
              <p:nvPr userDrawn="1"/>
            </p:nvSpPr>
            <p:spPr bwMode="ltGray">
              <a:xfrm rot="-969272">
                <a:off x="1213" y="286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35" name="Rectangle 67"/>
              <p:cNvSpPr>
                <a:spLocks noChangeArrowheads="1"/>
              </p:cNvSpPr>
              <p:nvPr userDrawn="1"/>
            </p:nvSpPr>
            <p:spPr bwMode="ltGray">
              <a:xfrm rot="-969272">
                <a:off x="1216" y="288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36" name="Rectangle 68"/>
              <p:cNvSpPr>
                <a:spLocks noChangeArrowheads="1"/>
              </p:cNvSpPr>
              <p:nvPr userDrawn="1"/>
            </p:nvSpPr>
            <p:spPr bwMode="ltGray">
              <a:xfrm rot="-806259">
                <a:off x="1219" y="29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37" name="Rectangle 69"/>
              <p:cNvSpPr>
                <a:spLocks noChangeArrowheads="1"/>
              </p:cNvSpPr>
              <p:nvPr userDrawn="1"/>
            </p:nvSpPr>
            <p:spPr bwMode="ltGray">
              <a:xfrm rot="-1543941">
                <a:off x="1165" y="272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38" name="Rectangle 70"/>
              <p:cNvSpPr>
                <a:spLocks noChangeArrowheads="1"/>
              </p:cNvSpPr>
              <p:nvPr userDrawn="1"/>
            </p:nvSpPr>
            <p:spPr bwMode="ltGray">
              <a:xfrm rot="-1341953">
                <a:off x="1176" y="2752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39" name="Rectangle 71"/>
              <p:cNvSpPr>
                <a:spLocks noChangeArrowheads="1"/>
              </p:cNvSpPr>
              <p:nvPr userDrawn="1"/>
            </p:nvSpPr>
            <p:spPr bwMode="ltGray">
              <a:xfrm rot="-1341953">
                <a:off x="1184" y="277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40" name="Rectangle 72"/>
              <p:cNvSpPr>
                <a:spLocks noChangeArrowheads="1"/>
              </p:cNvSpPr>
              <p:nvPr userDrawn="1"/>
            </p:nvSpPr>
            <p:spPr bwMode="ltGray">
              <a:xfrm rot="-1341953">
                <a:off x="1194" y="279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41" name="Rectangle 73"/>
              <p:cNvSpPr>
                <a:spLocks noChangeArrowheads="1"/>
              </p:cNvSpPr>
              <p:nvPr userDrawn="1"/>
            </p:nvSpPr>
            <p:spPr bwMode="ltGray">
              <a:xfrm rot="-1928746">
                <a:off x="1101" y="262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42" name="Rectangle 74"/>
              <p:cNvSpPr>
                <a:spLocks noChangeArrowheads="1"/>
              </p:cNvSpPr>
              <p:nvPr userDrawn="1"/>
            </p:nvSpPr>
            <p:spPr bwMode="ltGray">
              <a:xfrm rot="-1844175">
                <a:off x="1114" y="264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43" name="Rectangle 75"/>
              <p:cNvSpPr>
                <a:spLocks noChangeArrowheads="1"/>
              </p:cNvSpPr>
              <p:nvPr userDrawn="1"/>
            </p:nvSpPr>
            <p:spPr bwMode="ltGray">
              <a:xfrm rot="-1752383">
                <a:off x="1129" y="266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44" name="Rectangle 76"/>
              <p:cNvSpPr>
                <a:spLocks noChangeArrowheads="1"/>
              </p:cNvSpPr>
              <p:nvPr userDrawn="1"/>
            </p:nvSpPr>
            <p:spPr bwMode="ltGray">
              <a:xfrm rot="-1752383">
                <a:off x="1142" y="268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45" name="Rectangle 77"/>
              <p:cNvSpPr>
                <a:spLocks noChangeArrowheads="1"/>
              </p:cNvSpPr>
              <p:nvPr userDrawn="1"/>
            </p:nvSpPr>
            <p:spPr bwMode="ltGray">
              <a:xfrm rot="-2466736">
                <a:off x="1014" y="253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46" name="Rectangle 78"/>
              <p:cNvSpPr>
                <a:spLocks noChangeArrowheads="1"/>
              </p:cNvSpPr>
              <p:nvPr userDrawn="1"/>
            </p:nvSpPr>
            <p:spPr bwMode="ltGray">
              <a:xfrm rot="-2466736">
                <a:off x="1035" y="255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47" name="Rectangle 79"/>
              <p:cNvSpPr>
                <a:spLocks noChangeArrowheads="1"/>
              </p:cNvSpPr>
              <p:nvPr userDrawn="1"/>
            </p:nvSpPr>
            <p:spPr bwMode="ltGray">
              <a:xfrm rot="-2466736">
                <a:off x="1050" y="257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48" name="Rectangle 80"/>
              <p:cNvSpPr>
                <a:spLocks noChangeArrowheads="1"/>
              </p:cNvSpPr>
              <p:nvPr userDrawn="1"/>
            </p:nvSpPr>
            <p:spPr bwMode="ltGray">
              <a:xfrm rot="-2342866">
                <a:off x="1068" y="2590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49" name="Freeform 81"/>
              <p:cNvSpPr>
                <a:spLocks/>
              </p:cNvSpPr>
              <p:nvPr userDrawn="1"/>
            </p:nvSpPr>
            <p:spPr bwMode="ltGray">
              <a:xfrm>
                <a:off x="486" y="2563"/>
                <a:ext cx="180" cy="151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28" y="147"/>
                  </a:cxn>
                  <a:cxn ang="0">
                    <a:pos x="64" y="46"/>
                  </a:cxn>
                  <a:cxn ang="0">
                    <a:pos x="94" y="151"/>
                  </a:cxn>
                  <a:cxn ang="0">
                    <a:pos x="129" y="151"/>
                  </a:cxn>
                  <a:cxn ang="0">
                    <a:pos x="180" y="9"/>
                  </a:cxn>
                  <a:cxn ang="0">
                    <a:pos x="148" y="10"/>
                  </a:cxn>
                  <a:cxn ang="0">
                    <a:pos x="112" y="112"/>
                  </a:cxn>
                  <a:cxn ang="0">
                    <a:pos x="79" y="0"/>
                  </a:cxn>
                  <a:cxn ang="0">
                    <a:pos x="48" y="0"/>
                  </a:cxn>
                  <a:cxn ang="0">
                    <a:pos x="0" y="144"/>
                  </a:cxn>
                </a:cxnLst>
                <a:rect l="0" t="0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450" name="Rectangle 82"/>
              <p:cNvSpPr>
                <a:spLocks noChangeArrowheads="1"/>
              </p:cNvSpPr>
              <p:nvPr userDrawn="1"/>
            </p:nvSpPr>
            <p:spPr bwMode="ltGray">
              <a:xfrm rot="6575641">
                <a:off x="-217" y="3138"/>
                <a:ext cx="122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51" name="Rectangle 83"/>
              <p:cNvSpPr>
                <a:spLocks noChangeArrowheads="1"/>
              </p:cNvSpPr>
              <p:nvPr userDrawn="1"/>
            </p:nvSpPr>
            <p:spPr bwMode="ltGray">
              <a:xfrm rot="238799">
                <a:off x="4" y="3146"/>
                <a:ext cx="103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52" name="Rectangle 84"/>
              <p:cNvSpPr>
                <a:spLocks noChangeArrowheads="1"/>
              </p:cNvSpPr>
              <p:nvPr userDrawn="1"/>
            </p:nvSpPr>
            <p:spPr bwMode="ltGray">
              <a:xfrm rot="-2957028">
                <a:off x="907" y="24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53" name="Rectangle 85"/>
              <p:cNvSpPr>
                <a:spLocks noChangeArrowheads="1"/>
              </p:cNvSpPr>
              <p:nvPr userDrawn="1"/>
            </p:nvSpPr>
            <p:spPr bwMode="ltGray">
              <a:xfrm rot="-2957028">
                <a:off x="930" y="248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54" name="Rectangle 86"/>
              <p:cNvSpPr>
                <a:spLocks noChangeArrowheads="1"/>
              </p:cNvSpPr>
              <p:nvPr userDrawn="1"/>
            </p:nvSpPr>
            <p:spPr bwMode="ltGray">
              <a:xfrm rot="-2957028">
                <a:off x="954" y="249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55" name="Rectangle 87"/>
              <p:cNvSpPr>
                <a:spLocks noChangeArrowheads="1"/>
              </p:cNvSpPr>
              <p:nvPr userDrawn="1"/>
            </p:nvSpPr>
            <p:spPr bwMode="ltGray">
              <a:xfrm rot="-2661033">
                <a:off x="974" y="2509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56" name="Rectangle 88"/>
              <p:cNvSpPr>
                <a:spLocks noChangeArrowheads="1"/>
              </p:cNvSpPr>
              <p:nvPr userDrawn="1"/>
            </p:nvSpPr>
            <p:spPr bwMode="ltGray">
              <a:xfrm rot="-3638503">
                <a:off x="788" y="242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57" name="Rectangle 89"/>
              <p:cNvSpPr>
                <a:spLocks noChangeArrowheads="1"/>
              </p:cNvSpPr>
              <p:nvPr userDrawn="1"/>
            </p:nvSpPr>
            <p:spPr bwMode="ltGray">
              <a:xfrm rot="-3638503">
                <a:off x="815" y="243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58" name="Rectangle 90"/>
              <p:cNvSpPr>
                <a:spLocks noChangeArrowheads="1"/>
              </p:cNvSpPr>
              <p:nvPr userDrawn="1"/>
            </p:nvSpPr>
            <p:spPr bwMode="ltGray">
              <a:xfrm rot="-3514633">
                <a:off x="837" y="24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59" name="Rectangle 91"/>
              <p:cNvSpPr>
                <a:spLocks noChangeArrowheads="1"/>
              </p:cNvSpPr>
              <p:nvPr userDrawn="1"/>
            </p:nvSpPr>
            <p:spPr bwMode="ltGray">
              <a:xfrm rot="-3220799">
                <a:off x="862" y="245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60" name="Rectangle 92"/>
              <p:cNvSpPr>
                <a:spLocks noChangeArrowheads="1"/>
              </p:cNvSpPr>
              <p:nvPr userDrawn="1"/>
            </p:nvSpPr>
            <p:spPr bwMode="ltGray">
              <a:xfrm rot="-4338250">
                <a:off x="649" y="239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61" name="Rectangle 93"/>
              <p:cNvSpPr>
                <a:spLocks noChangeArrowheads="1"/>
              </p:cNvSpPr>
              <p:nvPr userDrawn="1"/>
            </p:nvSpPr>
            <p:spPr bwMode="ltGray">
              <a:xfrm rot="-4250359">
                <a:off x="677" y="240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62" name="Rectangle 94"/>
              <p:cNvSpPr>
                <a:spLocks noChangeArrowheads="1"/>
              </p:cNvSpPr>
              <p:nvPr userDrawn="1"/>
            </p:nvSpPr>
            <p:spPr bwMode="ltGray">
              <a:xfrm rot="-4250359">
                <a:off x="707" y="2407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63" name="Rectangle 95"/>
              <p:cNvSpPr>
                <a:spLocks noChangeArrowheads="1"/>
              </p:cNvSpPr>
              <p:nvPr userDrawn="1"/>
            </p:nvSpPr>
            <p:spPr bwMode="ltGray">
              <a:xfrm rot="-3989246">
                <a:off x="737" y="2411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64" name="Rectangle 96"/>
              <p:cNvSpPr>
                <a:spLocks noChangeArrowheads="1"/>
              </p:cNvSpPr>
              <p:nvPr userDrawn="1"/>
            </p:nvSpPr>
            <p:spPr bwMode="ltGray">
              <a:xfrm rot="-4862215">
                <a:off x="503" y="239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65" name="Rectangle 97"/>
              <p:cNvSpPr>
                <a:spLocks noChangeArrowheads="1"/>
              </p:cNvSpPr>
              <p:nvPr userDrawn="1"/>
            </p:nvSpPr>
            <p:spPr bwMode="ltGray">
              <a:xfrm rot="-4673370">
                <a:off x="533" y="239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66" name="Rectangle 98"/>
              <p:cNvSpPr>
                <a:spLocks noChangeArrowheads="1"/>
              </p:cNvSpPr>
              <p:nvPr userDrawn="1"/>
            </p:nvSpPr>
            <p:spPr bwMode="ltGray">
              <a:xfrm rot="-4646721">
                <a:off x="563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67" name="Rectangle 99"/>
              <p:cNvSpPr>
                <a:spLocks noChangeArrowheads="1"/>
              </p:cNvSpPr>
              <p:nvPr userDrawn="1"/>
            </p:nvSpPr>
            <p:spPr bwMode="ltGray">
              <a:xfrm rot="-4580623">
                <a:off x="594" y="2391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68" name="Rectangle 100"/>
              <p:cNvSpPr>
                <a:spLocks noChangeArrowheads="1"/>
              </p:cNvSpPr>
              <p:nvPr userDrawn="1"/>
            </p:nvSpPr>
            <p:spPr bwMode="ltGray">
              <a:xfrm rot="-5195129">
                <a:off x="355" y="241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69" name="Rectangle 101"/>
              <p:cNvSpPr>
                <a:spLocks noChangeArrowheads="1"/>
              </p:cNvSpPr>
              <p:nvPr userDrawn="1"/>
            </p:nvSpPr>
            <p:spPr bwMode="ltGray">
              <a:xfrm rot="-5360484">
                <a:off x="385" y="240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70" name="Rectangle 102"/>
              <p:cNvSpPr>
                <a:spLocks noChangeArrowheads="1"/>
              </p:cNvSpPr>
              <p:nvPr userDrawn="1"/>
            </p:nvSpPr>
            <p:spPr bwMode="ltGray">
              <a:xfrm rot="-5288939">
                <a:off x="418" y="240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71" name="Rectangle 103"/>
              <p:cNvSpPr>
                <a:spLocks noChangeArrowheads="1"/>
              </p:cNvSpPr>
              <p:nvPr userDrawn="1"/>
            </p:nvSpPr>
            <p:spPr bwMode="ltGray">
              <a:xfrm rot="-5164854">
                <a:off x="449" y="2400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72" name="Rectangle 104"/>
              <p:cNvSpPr>
                <a:spLocks noChangeArrowheads="1"/>
              </p:cNvSpPr>
              <p:nvPr userDrawn="1"/>
            </p:nvSpPr>
            <p:spPr bwMode="ltGray">
              <a:xfrm rot="-6132163">
                <a:off x="206" y="245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73" name="Rectangle 105"/>
              <p:cNvSpPr>
                <a:spLocks noChangeArrowheads="1"/>
              </p:cNvSpPr>
              <p:nvPr userDrawn="1"/>
            </p:nvSpPr>
            <p:spPr bwMode="ltGray">
              <a:xfrm rot="-6220433">
                <a:off x="237" y="24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74" name="Rectangle 106"/>
              <p:cNvSpPr>
                <a:spLocks noChangeArrowheads="1"/>
              </p:cNvSpPr>
              <p:nvPr userDrawn="1"/>
            </p:nvSpPr>
            <p:spPr bwMode="ltGray">
              <a:xfrm rot="-6110943">
                <a:off x="266" y="243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75" name="Rectangle 107"/>
              <p:cNvSpPr>
                <a:spLocks noChangeArrowheads="1"/>
              </p:cNvSpPr>
              <p:nvPr userDrawn="1"/>
            </p:nvSpPr>
            <p:spPr bwMode="ltGray">
              <a:xfrm rot="-5919570">
                <a:off x="292" y="242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76" name="Rectangle 108"/>
              <p:cNvSpPr>
                <a:spLocks noChangeArrowheads="1"/>
              </p:cNvSpPr>
              <p:nvPr userDrawn="1"/>
            </p:nvSpPr>
            <p:spPr bwMode="ltGray">
              <a:xfrm rot="-7376291">
                <a:off x="5" y="254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77" name="Rectangle 109"/>
              <p:cNvSpPr>
                <a:spLocks noChangeArrowheads="1"/>
              </p:cNvSpPr>
              <p:nvPr userDrawn="1"/>
            </p:nvSpPr>
            <p:spPr bwMode="ltGray">
              <a:xfrm rot="-7168347">
                <a:off x="64" y="2517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78" name="Rectangle 110"/>
              <p:cNvSpPr>
                <a:spLocks noChangeArrowheads="1"/>
              </p:cNvSpPr>
              <p:nvPr userDrawn="1"/>
            </p:nvSpPr>
            <p:spPr bwMode="ltGray">
              <a:xfrm rot="-6802416">
                <a:off x="92" y="250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79" name="Rectangle 111"/>
              <p:cNvSpPr>
                <a:spLocks noChangeArrowheads="1"/>
              </p:cNvSpPr>
              <p:nvPr userDrawn="1"/>
            </p:nvSpPr>
            <p:spPr bwMode="ltGray">
              <a:xfrm rot="-6802416">
                <a:off x="119" y="249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80" name="Rectangle 112"/>
              <p:cNvSpPr>
                <a:spLocks noChangeArrowheads="1"/>
              </p:cNvSpPr>
              <p:nvPr userDrawn="1"/>
            </p:nvSpPr>
            <p:spPr bwMode="ltGray">
              <a:xfrm rot="-6457704">
                <a:off x="150" y="247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81" name="Rectangle 113"/>
              <p:cNvSpPr>
                <a:spLocks noChangeArrowheads="1"/>
              </p:cNvSpPr>
              <p:nvPr userDrawn="1"/>
            </p:nvSpPr>
            <p:spPr bwMode="ltGray">
              <a:xfrm rot="-1876771">
                <a:off x="0" y="336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82" name="Rectangle 114"/>
              <p:cNvSpPr>
                <a:spLocks noChangeArrowheads="1"/>
              </p:cNvSpPr>
              <p:nvPr userDrawn="1"/>
            </p:nvSpPr>
            <p:spPr bwMode="ltGray">
              <a:xfrm rot="3283992">
                <a:off x="511" y="347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83" name="Rectangle 115"/>
              <p:cNvSpPr>
                <a:spLocks noChangeArrowheads="1"/>
              </p:cNvSpPr>
              <p:nvPr userDrawn="1"/>
            </p:nvSpPr>
            <p:spPr bwMode="ltGray">
              <a:xfrm rot="3283992">
                <a:off x="35" y="279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84" name="Rectangle 116"/>
              <p:cNvSpPr>
                <a:spLocks noChangeArrowheads="1"/>
              </p:cNvSpPr>
              <p:nvPr userDrawn="1"/>
            </p:nvSpPr>
            <p:spPr bwMode="ltGray">
              <a:xfrm rot="-1876771">
                <a:off x="700" y="2851"/>
                <a:ext cx="31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85" name="Rectangle 117"/>
              <p:cNvSpPr>
                <a:spLocks noChangeArrowheads="1"/>
              </p:cNvSpPr>
              <p:nvPr userDrawn="1"/>
            </p:nvSpPr>
            <p:spPr bwMode="ltGray">
              <a:xfrm rot="5908516">
                <a:off x="200" y="3915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86" name="Rectangle 118"/>
              <p:cNvSpPr>
                <a:spLocks noChangeArrowheads="1"/>
              </p:cNvSpPr>
              <p:nvPr userDrawn="1"/>
            </p:nvSpPr>
            <p:spPr bwMode="ltGray">
              <a:xfrm rot="6683973">
                <a:off x="45" y="3915"/>
                <a:ext cx="144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87" name="Rectangle 119"/>
              <p:cNvSpPr>
                <a:spLocks noChangeArrowheads="1"/>
              </p:cNvSpPr>
              <p:nvPr userDrawn="1"/>
            </p:nvSpPr>
            <p:spPr bwMode="ltGray">
              <a:xfrm rot="5245609">
                <a:off x="361" y="389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88" name="Rectangle 120"/>
              <p:cNvSpPr>
                <a:spLocks noChangeArrowheads="1"/>
              </p:cNvSpPr>
              <p:nvPr userDrawn="1"/>
            </p:nvSpPr>
            <p:spPr bwMode="ltGray">
              <a:xfrm rot="4500520">
                <a:off x="522" y="3847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89" name="Rectangle 121"/>
              <p:cNvSpPr>
                <a:spLocks noChangeArrowheads="1"/>
              </p:cNvSpPr>
              <p:nvPr userDrawn="1"/>
            </p:nvSpPr>
            <p:spPr bwMode="ltGray">
              <a:xfrm rot="3805227">
                <a:off x="670" y="377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90" name="Rectangle 122"/>
              <p:cNvSpPr>
                <a:spLocks noChangeArrowheads="1"/>
              </p:cNvSpPr>
              <p:nvPr userDrawn="1"/>
            </p:nvSpPr>
            <p:spPr bwMode="ltGray">
              <a:xfrm rot="3060138">
                <a:off x="813" y="368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91" name="Rectangle 123"/>
              <p:cNvSpPr>
                <a:spLocks noChangeArrowheads="1"/>
              </p:cNvSpPr>
              <p:nvPr userDrawn="1"/>
            </p:nvSpPr>
            <p:spPr bwMode="ltGray">
              <a:xfrm rot="2090281">
                <a:off x="938" y="3582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92" name="Rectangle 124"/>
              <p:cNvSpPr>
                <a:spLocks noChangeArrowheads="1"/>
              </p:cNvSpPr>
              <p:nvPr userDrawn="1"/>
            </p:nvSpPr>
            <p:spPr bwMode="ltGray">
              <a:xfrm rot="-7168347">
                <a:off x="-18" y="2506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93" name="Rectangle 125"/>
              <p:cNvSpPr>
                <a:spLocks noChangeArrowheads="1"/>
              </p:cNvSpPr>
              <p:nvPr userDrawn="1"/>
            </p:nvSpPr>
            <p:spPr bwMode="ltGray">
              <a:xfrm rot="-6406501">
                <a:off x="136" y="243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94" name="Rectangle 126"/>
              <p:cNvSpPr>
                <a:spLocks noChangeArrowheads="1"/>
              </p:cNvSpPr>
              <p:nvPr userDrawn="1"/>
            </p:nvSpPr>
            <p:spPr bwMode="ltGray">
              <a:xfrm rot="-4970620">
                <a:off x="447" y="2364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95" name="Rectangle 127"/>
              <p:cNvSpPr>
                <a:spLocks noChangeArrowheads="1"/>
              </p:cNvSpPr>
              <p:nvPr userDrawn="1"/>
            </p:nvSpPr>
            <p:spPr bwMode="ltGray">
              <a:xfrm rot="-4298502">
                <a:off x="597" y="2360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96" name="Rectangle 128"/>
              <p:cNvSpPr>
                <a:spLocks noChangeArrowheads="1"/>
              </p:cNvSpPr>
              <p:nvPr userDrawn="1"/>
            </p:nvSpPr>
            <p:spPr bwMode="ltGray">
              <a:xfrm rot="-3676305">
                <a:off x="739" y="2386"/>
                <a:ext cx="15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97" name="Rectangle 129"/>
              <p:cNvSpPr>
                <a:spLocks noChangeArrowheads="1"/>
              </p:cNvSpPr>
              <p:nvPr userDrawn="1"/>
            </p:nvSpPr>
            <p:spPr bwMode="ltGray">
              <a:xfrm rot="-3188616">
                <a:off x="869" y="24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98" name="Rectangle 130"/>
              <p:cNvSpPr>
                <a:spLocks noChangeArrowheads="1"/>
              </p:cNvSpPr>
              <p:nvPr userDrawn="1"/>
            </p:nvSpPr>
            <p:spPr bwMode="ltGray">
              <a:xfrm rot="-2610246">
                <a:off x="984" y="2497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499" name="Rectangle 131"/>
              <p:cNvSpPr>
                <a:spLocks noChangeArrowheads="1"/>
              </p:cNvSpPr>
              <p:nvPr userDrawn="1"/>
            </p:nvSpPr>
            <p:spPr bwMode="ltGray">
              <a:xfrm rot="-2190008">
                <a:off x="1075" y="2585"/>
                <a:ext cx="17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500" name="Rectangle 132"/>
              <p:cNvSpPr>
                <a:spLocks noChangeArrowheads="1"/>
              </p:cNvSpPr>
              <p:nvPr userDrawn="1"/>
            </p:nvSpPr>
            <p:spPr bwMode="ltGray">
              <a:xfrm rot="-1728558">
                <a:off x="1147" y="2688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501" name="Rectangle 133"/>
              <p:cNvSpPr>
                <a:spLocks noChangeArrowheads="1"/>
              </p:cNvSpPr>
              <p:nvPr userDrawn="1"/>
            </p:nvSpPr>
            <p:spPr bwMode="ltGray">
              <a:xfrm rot="-1172118">
                <a:off x="1198" y="2805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502" name="Rectangle 134"/>
              <p:cNvSpPr>
                <a:spLocks noChangeArrowheads="1"/>
              </p:cNvSpPr>
              <p:nvPr userDrawn="1"/>
            </p:nvSpPr>
            <p:spPr bwMode="ltGray">
              <a:xfrm rot="-753845">
                <a:off x="1218" y="29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503" name="Rectangle 135"/>
              <p:cNvSpPr>
                <a:spLocks noChangeArrowheads="1"/>
              </p:cNvSpPr>
              <p:nvPr userDrawn="1"/>
            </p:nvSpPr>
            <p:spPr bwMode="ltGray">
              <a:xfrm rot="-287823">
                <a:off x="1213" y="3066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504" name="Rectangle 136"/>
              <p:cNvSpPr>
                <a:spLocks noChangeArrowheads="1"/>
              </p:cNvSpPr>
              <p:nvPr userDrawn="1"/>
            </p:nvSpPr>
            <p:spPr bwMode="ltGray">
              <a:xfrm rot="696741">
                <a:off x="1126" y="3337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505" name="Rectangle 137"/>
              <p:cNvSpPr>
                <a:spLocks noChangeArrowheads="1"/>
              </p:cNvSpPr>
              <p:nvPr userDrawn="1"/>
            </p:nvSpPr>
            <p:spPr bwMode="ltGray">
              <a:xfrm rot="1529990">
                <a:off x="1041" y="3465"/>
                <a:ext cx="140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506" name="Freeform 138"/>
              <p:cNvSpPr>
                <a:spLocks/>
              </p:cNvSpPr>
              <p:nvPr userDrawn="1"/>
            </p:nvSpPr>
            <p:spPr bwMode="ltGray">
              <a:xfrm>
                <a:off x="850" y="3136"/>
                <a:ext cx="204" cy="120"/>
              </a:xfrm>
              <a:custGeom>
                <a:avLst/>
                <a:gdLst/>
                <a:ahLst/>
                <a:cxnLst>
                  <a:cxn ang="0">
                    <a:pos x="168" y="120"/>
                  </a:cxn>
                  <a:cxn ang="0">
                    <a:pos x="204" y="12"/>
                  </a:cxn>
                  <a:cxn ang="0">
                    <a:pos x="42" y="0"/>
                  </a:cxn>
                  <a:cxn ang="0">
                    <a:pos x="0" y="108"/>
                  </a:cxn>
                  <a:cxn ang="0">
                    <a:pos x="30" y="114"/>
                  </a:cxn>
                  <a:cxn ang="0">
                    <a:pos x="60" y="30"/>
                  </a:cxn>
                  <a:cxn ang="0">
                    <a:pos x="102" y="36"/>
                  </a:cxn>
                  <a:cxn ang="0">
                    <a:pos x="78" y="108"/>
                  </a:cxn>
                  <a:cxn ang="0">
                    <a:pos x="102" y="108"/>
                  </a:cxn>
                  <a:cxn ang="0">
                    <a:pos x="132" y="36"/>
                  </a:cxn>
                  <a:cxn ang="0">
                    <a:pos x="162" y="36"/>
                  </a:cxn>
                  <a:cxn ang="0">
                    <a:pos x="138" y="114"/>
                  </a:cxn>
                  <a:cxn ang="0">
                    <a:pos x="168" y="120"/>
                  </a:cxn>
                </a:cxnLst>
                <a:rect l="0" t="0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507" name="Freeform 139"/>
              <p:cNvSpPr>
                <a:spLocks/>
              </p:cNvSpPr>
              <p:nvPr userDrawn="1"/>
            </p:nvSpPr>
            <p:spPr bwMode="ltGray">
              <a:xfrm>
                <a:off x="19" y="2722"/>
                <a:ext cx="90" cy="78"/>
              </a:xfrm>
              <a:custGeom>
                <a:avLst/>
                <a:gdLst/>
                <a:ahLst/>
                <a:cxnLst>
                  <a:cxn ang="0">
                    <a:pos x="66" y="36"/>
                  </a:cxn>
                  <a:cxn ang="0">
                    <a:pos x="66" y="36"/>
                  </a:cxn>
                  <a:cxn ang="0">
                    <a:pos x="18" y="24"/>
                  </a:cxn>
                  <a:cxn ang="0">
                    <a:pos x="0" y="30"/>
                  </a:cxn>
                  <a:cxn ang="0">
                    <a:pos x="36" y="78"/>
                  </a:cxn>
                  <a:cxn ang="0">
                    <a:pos x="48" y="72"/>
                  </a:cxn>
                  <a:cxn ang="0">
                    <a:pos x="24" y="36"/>
                  </a:cxn>
                  <a:cxn ang="0">
                    <a:pos x="24" y="36"/>
                  </a:cxn>
                  <a:cxn ang="0">
                    <a:pos x="72" y="54"/>
                  </a:cxn>
                  <a:cxn ang="0">
                    <a:pos x="90" y="42"/>
                  </a:cxn>
                  <a:cxn ang="0">
                    <a:pos x="54" y="0"/>
                  </a:cxn>
                  <a:cxn ang="0">
                    <a:pos x="42" y="6"/>
                  </a:cxn>
                  <a:cxn ang="0">
                    <a:pos x="66" y="36"/>
                  </a:cxn>
                </a:cxnLst>
                <a:rect l="0" t="0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508" name="Freeform 140"/>
              <p:cNvSpPr>
                <a:spLocks/>
              </p:cNvSpPr>
              <p:nvPr userDrawn="1"/>
            </p:nvSpPr>
            <p:spPr bwMode="ltGray">
              <a:xfrm>
                <a:off x="97" y="2651"/>
                <a:ext cx="101" cy="89"/>
              </a:xfrm>
              <a:custGeom>
                <a:avLst/>
                <a:gdLst/>
                <a:ahLst/>
                <a:cxnLst>
                  <a:cxn ang="0">
                    <a:pos x="54" y="89"/>
                  </a:cxn>
                  <a:cxn ang="0">
                    <a:pos x="65" y="83"/>
                  </a:cxn>
                  <a:cxn ang="0">
                    <a:pos x="48" y="35"/>
                  </a:cxn>
                  <a:cxn ang="0">
                    <a:pos x="89" y="65"/>
                  </a:cxn>
                  <a:cxn ang="0">
                    <a:pos x="101" y="59"/>
                  </a:cxn>
                  <a:cxn ang="0">
                    <a:pos x="83" y="0"/>
                  </a:cxn>
                  <a:cxn ang="0">
                    <a:pos x="71" y="12"/>
                  </a:cxn>
                  <a:cxn ang="0">
                    <a:pos x="83" y="41"/>
                  </a:cxn>
                  <a:cxn ang="0">
                    <a:pos x="48" y="23"/>
                  </a:cxn>
                  <a:cxn ang="0">
                    <a:pos x="36" y="29"/>
                  </a:cxn>
                  <a:cxn ang="0">
                    <a:pos x="45" y="68"/>
                  </a:cxn>
                  <a:cxn ang="0">
                    <a:pos x="18" y="41"/>
                  </a:cxn>
                  <a:cxn ang="0">
                    <a:pos x="0" y="53"/>
                  </a:cxn>
                  <a:cxn ang="0">
                    <a:pos x="54" y="89"/>
                  </a:cxn>
                </a:cxnLst>
                <a:rect l="0" t="0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509" name="Freeform 141"/>
              <p:cNvSpPr>
                <a:spLocks/>
              </p:cNvSpPr>
              <p:nvPr userDrawn="1"/>
            </p:nvSpPr>
            <p:spPr bwMode="ltGray">
              <a:xfrm>
                <a:off x="677" y="3502"/>
                <a:ext cx="83" cy="78"/>
              </a:xfrm>
              <a:custGeom>
                <a:avLst/>
                <a:gdLst/>
                <a:ahLst/>
                <a:cxnLst>
                  <a:cxn ang="0">
                    <a:pos x="36" y="78"/>
                  </a:cxn>
                  <a:cxn ang="0">
                    <a:pos x="83" y="48"/>
                  </a:cxn>
                  <a:cxn ang="0">
                    <a:pos x="54" y="0"/>
                  </a:cxn>
                  <a:cxn ang="0">
                    <a:pos x="0" y="30"/>
                  </a:cxn>
                  <a:cxn ang="0">
                    <a:pos x="6" y="36"/>
                  </a:cxn>
                  <a:cxn ang="0">
                    <a:pos x="42" y="18"/>
                  </a:cxn>
                  <a:cxn ang="0">
                    <a:pos x="54" y="30"/>
                  </a:cxn>
                  <a:cxn ang="0">
                    <a:pos x="24" y="48"/>
                  </a:cxn>
                  <a:cxn ang="0">
                    <a:pos x="30" y="54"/>
                  </a:cxn>
                  <a:cxn ang="0">
                    <a:pos x="60" y="36"/>
                  </a:cxn>
                  <a:cxn ang="0">
                    <a:pos x="66" y="48"/>
                  </a:cxn>
                  <a:cxn ang="0">
                    <a:pos x="30" y="66"/>
                  </a:cxn>
                  <a:cxn ang="0">
                    <a:pos x="36" y="78"/>
                  </a:cxn>
                </a:cxnLst>
                <a:rect l="0" t="0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510" name="Freeform 142"/>
              <p:cNvSpPr>
                <a:spLocks/>
              </p:cNvSpPr>
              <p:nvPr userDrawn="1"/>
            </p:nvSpPr>
            <p:spPr bwMode="ltGray">
              <a:xfrm>
                <a:off x="940" y="2782"/>
                <a:ext cx="90" cy="72"/>
              </a:xfrm>
              <a:custGeom>
                <a:avLst/>
                <a:gdLst/>
                <a:ahLst/>
                <a:cxnLst>
                  <a:cxn ang="0">
                    <a:pos x="90" y="30"/>
                  </a:cxn>
                  <a:cxn ang="0">
                    <a:pos x="66" y="0"/>
                  </a:cxn>
                  <a:cxn ang="0">
                    <a:pos x="0" y="36"/>
                  </a:cxn>
                  <a:cxn ang="0">
                    <a:pos x="24" y="72"/>
                  </a:cxn>
                  <a:cxn ang="0">
                    <a:pos x="36" y="66"/>
                  </a:cxn>
                  <a:cxn ang="0">
                    <a:pos x="18" y="42"/>
                  </a:cxn>
                  <a:cxn ang="0">
                    <a:pos x="36" y="30"/>
                  </a:cxn>
                  <a:cxn ang="0">
                    <a:pos x="54" y="54"/>
                  </a:cxn>
                  <a:cxn ang="0">
                    <a:pos x="60" y="48"/>
                  </a:cxn>
                  <a:cxn ang="0">
                    <a:pos x="48" y="24"/>
                  </a:cxn>
                  <a:cxn ang="0">
                    <a:pos x="60" y="12"/>
                  </a:cxn>
                  <a:cxn ang="0">
                    <a:pos x="78" y="42"/>
                  </a:cxn>
                  <a:cxn ang="0">
                    <a:pos x="90" y="30"/>
                  </a:cxn>
                </a:cxnLst>
                <a:rect l="0" t="0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511" name="Freeform 143"/>
              <p:cNvSpPr>
                <a:spLocks/>
              </p:cNvSpPr>
              <p:nvPr userDrawn="1"/>
            </p:nvSpPr>
            <p:spPr bwMode="ltGray">
              <a:xfrm>
                <a:off x="898" y="2716"/>
                <a:ext cx="90" cy="84"/>
              </a:xfrm>
              <a:custGeom>
                <a:avLst/>
                <a:gdLst/>
                <a:ahLst/>
                <a:cxnLst>
                  <a:cxn ang="0">
                    <a:pos x="42" y="60"/>
                  </a:cxn>
                  <a:cxn ang="0">
                    <a:pos x="42" y="60"/>
                  </a:cxn>
                  <a:cxn ang="0">
                    <a:pos x="72" y="12"/>
                  </a:cxn>
                  <a:cxn ang="0">
                    <a:pos x="66" y="0"/>
                  </a:cxn>
                  <a:cxn ang="0">
                    <a:pos x="0" y="42"/>
                  </a:cxn>
                  <a:cxn ang="0">
                    <a:pos x="6" y="54"/>
                  </a:cxn>
                  <a:cxn ang="0">
                    <a:pos x="54" y="24"/>
                  </a:cxn>
                  <a:cxn ang="0">
                    <a:pos x="54" y="24"/>
                  </a:cxn>
                  <a:cxn ang="0">
                    <a:pos x="18" y="72"/>
                  </a:cxn>
                  <a:cxn ang="0">
                    <a:pos x="24" y="84"/>
                  </a:cxn>
                  <a:cxn ang="0">
                    <a:pos x="90" y="42"/>
                  </a:cxn>
                  <a:cxn ang="0">
                    <a:pos x="84" y="30"/>
                  </a:cxn>
                  <a:cxn ang="0">
                    <a:pos x="42" y="60"/>
                  </a:cxn>
                </a:cxnLst>
                <a:rect l="0" t="0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512" name="Freeform 144"/>
              <p:cNvSpPr>
                <a:spLocks/>
              </p:cNvSpPr>
              <p:nvPr userDrawn="1"/>
            </p:nvSpPr>
            <p:spPr bwMode="ltGray">
              <a:xfrm>
                <a:off x="7" y="3837"/>
                <a:ext cx="6" cy="12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513" name="Freeform 145"/>
              <p:cNvSpPr>
                <a:spLocks/>
              </p:cNvSpPr>
              <p:nvPr userDrawn="1"/>
            </p:nvSpPr>
            <p:spPr bwMode="ltGray">
              <a:xfrm>
                <a:off x="7" y="2555"/>
                <a:ext cx="30" cy="48"/>
              </a:xfrm>
              <a:custGeom>
                <a:avLst/>
                <a:gdLst/>
                <a:ahLst/>
                <a:cxnLst>
                  <a:cxn ang="0">
                    <a:pos x="18" y="48"/>
                  </a:cxn>
                  <a:cxn ang="0">
                    <a:pos x="18" y="48"/>
                  </a:cxn>
                  <a:cxn ang="0">
                    <a:pos x="30" y="42"/>
                  </a:cxn>
                  <a:cxn ang="0">
                    <a:pos x="0" y="0"/>
                  </a:cxn>
                  <a:cxn ang="0">
                    <a:pos x="0" y="24"/>
                  </a:cxn>
                  <a:cxn ang="0">
                    <a:pos x="18" y="48"/>
                  </a:cxn>
                  <a:cxn ang="0">
                    <a:pos x="18" y="48"/>
                  </a:cxn>
                </a:cxnLst>
                <a:rect l="0" t="0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514" name="Freeform 146"/>
              <p:cNvSpPr>
                <a:spLocks/>
              </p:cNvSpPr>
              <p:nvPr userDrawn="1"/>
            </p:nvSpPr>
            <p:spPr bwMode="ltGray">
              <a:xfrm>
                <a:off x="7" y="3843"/>
                <a:ext cx="36" cy="66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24" y="0"/>
                  </a:cxn>
                  <a:cxn ang="0">
                    <a:pos x="24" y="0"/>
                  </a:cxn>
                  <a:cxn ang="0">
                    <a:pos x="0" y="36"/>
                  </a:cxn>
                  <a:cxn ang="0">
                    <a:pos x="0" y="66"/>
                  </a:cxn>
                  <a:cxn ang="0">
                    <a:pos x="36" y="0"/>
                  </a:cxn>
                  <a:cxn ang="0">
                    <a:pos x="36" y="0"/>
                  </a:cxn>
                </a:cxnLst>
                <a:rect l="0" t="0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515" name="Rectangle 147"/>
              <p:cNvSpPr>
                <a:spLocks noChangeArrowheads="1"/>
              </p:cNvSpPr>
              <p:nvPr userDrawn="1"/>
            </p:nvSpPr>
            <p:spPr bwMode="ltGray">
              <a:xfrm rot="244926">
                <a:off x="1177" y="3201"/>
                <a:ext cx="16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516" name="Rectangle 148"/>
              <p:cNvSpPr>
                <a:spLocks noChangeArrowheads="1"/>
              </p:cNvSpPr>
              <p:nvPr userDrawn="1"/>
            </p:nvSpPr>
            <p:spPr bwMode="ltGray">
              <a:xfrm rot="-5598588">
                <a:off x="290" y="2386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8517" name="Freeform 149"/>
              <p:cNvSpPr>
                <a:spLocks/>
              </p:cNvSpPr>
              <p:nvPr userDrawn="1"/>
            </p:nvSpPr>
            <p:spPr bwMode="ltGray">
              <a:xfrm>
                <a:off x="139" y="3573"/>
                <a:ext cx="144" cy="154"/>
              </a:xfrm>
              <a:custGeom>
                <a:avLst/>
                <a:gdLst/>
                <a:ahLst/>
                <a:cxnLst>
                  <a:cxn ang="0">
                    <a:pos x="0" y="102"/>
                  </a:cxn>
                  <a:cxn ang="0">
                    <a:pos x="59" y="154"/>
                  </a:cxn>
                  <a:cxn ang="0">
                    <a:pos x="117" y="120"/>
                  </a:cxn>
                  <a:cxn ang="0">
                    <a:pos x="62" y="55"/>
                  </a:cxn>
                  <a:cxn ang="0">
                    <a:pos x="104" y="34"/>
                  </a:cxn>
                  <a:cxn ang="0">
                    <a:pos x="117" y="53"/>
                  </a:cxn>
                  <a:cxn ang="0">
                    <a:pos x="141" y="47"/>
                  </a:cxn>
                  <a:cxn ang="0">
                    <a:pos x="97" y="2"/>
                  </a:cxn>
                  <a:cxn ang="0">
                    <a:pos x="36" y="33"/>
                  </a:cxn>
                  <a:cxn ang="0">
                    <a:pos x="90" y="107"/>
                  </a:cxn>
                  <a:cxn ang="0">
                    <a:pos x="28" y="101"/>
                  </a:cxn>
                  <a:cxn ang="0">
                    <a:pos x="0" y="102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518" name="Freeform 150"/>
              <p:cNvSpPr>
                <a:spLocks/>
              </p:cNvSpPr>
              <p:nvPr userDrawn="1"/>
            </p:nvSpPr>
            <p:spPr bwMode="ltGray">
              <a:xfrm rot="-2857037">
                <a:off x="619" y="3550"/>
                <a:ext cx="68" cy="69"/>
              </a:xfrm>
              <a:custGeom>
                <a:avLst/>
                <a:gdLst/>
                <a:ahLst/>
                <a:cxnLst>
                  <a:cxn ang="0">
                    <a:pos x="0" y="102"/>
                  </a:cxn>
                  <a:cxn ang="0">
                    <a:pos x="59" y="154"/>
                  </a:cxn>
                  <a:cxn ang="0">
                    <a:pos x="117" y="120"/>
                  </a:cxn>
                  <a:cxn ang="0">
                    <a:pos x="62" y="55"/>
                  </a:cxn>
                  <a:cxn ang="0">
                    <a:pos x="104" y="34"/>
                  </a:cxn>
                  <a:cxn ang="0">
                    <a:pos x="117" y="53"/>
                  </a:cxn>
                  <a:cxn ang="0">
                    <a:pos x="141" y="47"/>
                  </a:cxn>
                  <a:cxn ang="0">
                    <a:pos x="97" y="2"/>
                  </a:cxn>
                  <a:cxn ang="0">
                    <a:pos x="36" y="33"/>
                  </a:cxn>
                  <a:cxn ang="0">
                    <a:pos x="90" y="107"/>
                  </a:cxn>
                  <a:cxn ang="0">
                    <a:pos x="28" y="101"/>
                  </a:cxn>
                  <a:cxn ang="0">
                    <a:pos x="0" y="102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519" name="Freeform 151"/>
              <p:cNvSpPr>
                <a:spLocks/>
              </p:cNvSpPr>
              <p:nvPr userDrawn="1"/>
            </p:nvSpPr>
            <p:spPr bwMode="ltGray">
              <a:xfrm>
                <a:off x="235" y="2503"/>
                <a:ext cx="348" cy="127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87" y="582"/>
                  </a:cxn>
                  <a:cxn ang="0">
                    <a:pos x="348" y="1272"/>
                  </a:cxn>
                  <a:cxn ang="0">
                    <a:pos x="54" y="676"/>
                  </a:cxn>
                  <a:cxn ang="0">
                    <a:pos x="0" y="0"/>
                  </a:cxn>
                </a:cxnLst>
                <a:rect l="0" t="0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96863"/>
                      <a:invGamma/>
                    </a:schemeClr>
                  </a:gs>
                </a:gsLst>
                <a:lin ang="18900000" scaled="1"/>
              </a:gra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8520" name="Oval 152"/>
              <p:cNvSpPr>
                <a:spLocks noChangeArrowheads="1"/>
              </p:cNvSpPr>
              <p:nvPr userDrawn="1"/>
            </p:nvSpPr>
            <p:spPr bwMode="ltGray">
              <a:xfrm rot="-1684349">
                <a:off x="296" y="3047"/>
                <a:ext cx="221" cy="174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90980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</p:grpSp>
      </p:grpSp>
      <p:sp>
        <p:nvSpPr>
          <p:cNvPr id="58521" name="Rectangle 153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684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es-ES"/>
              <a:t>Haga clic para cambiar el estilo de título	</a:t>
            </a:r>
          </a:p>
        </p:txBody>
      </p:sp>
      <p:sp>
        <p:nvSpPr>
          <p:cNvPr id="58522" name="Rectangle 15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Arial" charset="0"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58523" name="Rectangle 155"/>
          <p:cNvSpPr>
            <a:spLocks noGrp="1" noChangeArrowheads="1"/>
          </p:cNvSpPr>
          <p:nvPr>
            <p:ph type="dt" sz="quarter" idx="2"/>
          </p:nvPr>
        </p:nvSpPr>
        <p:spPr>
          <a:xfrm>
            <a:off x="304800" y="6248400"/>
            <a:ext cx="22860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endParaRPr lang="es-ES"/>
          </a:p>
        </p:txBody>
      </p:sp>
      <p:sp>
        <p:nvSpPr>
          <p:cNvPr id="58524" name="Rectangle 156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endParaRPr lang="es-ES"/>
          </a:p>
        </p:txBody>
      </p:sp>
      <p:sp>
        <p:nvSpPr>
          <p:cNvPr id="58525" name="Rectangle 157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2860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fld id="{BA6E68B4-5B53-43AC-84D8-D15BE05B7CE1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EB1507-C462-4093-8FD8-F9B0FBD7A837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304CCF-5DF7-4CB2-BE7F-B1FF17BD8F0E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4175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4DBF84-8842-4699-A280-A021DEAA858C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6A4186-A94D-460E-A8C6-E50A49DED6B9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81B2D8-E306-4179-AA17-469042F4014D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D0BD39-6226-4E81-9757-852A369383E2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AE7FDB-C255-4749-B0BD-F04C5532162D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85FCF4-73DD-4CE8-9BC3-448C538203AA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2B9ACE-54DD-4BDE-859E-2EE2C041F9D8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707188" y="228600"/>
            <a:ext cx="2135187" cy="587057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01625" y="228600"/>
            <a:ext cx="6253163" cy="587057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AFBE22-285B-4381-AB9A-8625920F6CBD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90980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46" name="Group 2"/>
          <p:cNvGrpSpPr>
            <a:grpSpLocks/>
          </p:cNvGrpSpPr>
          <p:nvPr/>
        </p:nvGrpSpPr>
        <p:grpSpPr bwMode="auto">
          <a:xfrm>
            <a:off x="0" y="1422400"/>
            <a:ext cx="9147175" cy="5435600"/>
            <a:chOff x="0" y="896"/>
            <a:chExt cx="5762" cy="3424"/>
          </a:xfrm>
        </p:grpSpPr>
        <p:grpSp>
          <p:nvGrpSpPr>
            <p:cNvPr id="57347" name="Group 3"/>
            <p:cNvGrpSpPr>
              <a:grpSpLocks/>
            </p:cNvGrpSpPr>
            <p:nvPr userDrawn="1"/>
          </p:nvGrpSpPr>
          <p:grpSpPr bwMode="auto">
            <a:xfrm>
              <a:off x="20" y="896"/>
              <a:ext cx="5742" cy="3424"/>
              <a:chOff x="20" y="896"/>
              <a:chExt cx="5742" cy="3424"/>
            </a:xfrm>
          </p:grpSpPr>
          <p:sp>
            <p:nvSpPr>
              <p:cNvPr id="57348" name="Freeform 4"/>
              <p:cNvSpPr>
                <a:spLocks/>
              </p:cNvSpPr>
              <p:nvPr userDrawn="1"/>
            </p:nvSpPr>
            <p:spPr bwMode="hidden">
              <a:xfrm>
                <a:off x="1399" y="1116"/>
                <a:ext cx="2815" cy="2110"/>
              </a:xfrm>
              <a:custGeom>
                <a:avLst/>
                <a:gdLst/>
                <a:ahLst/>
                <a:cxnLst>
                  <a:cxn ang="0">
                    <a:pos x="950" y="85"/>
                  </a:cxn>
                  <a:cxn ang="0">
                    <a:pos x="628" y="438"/>
                  </a:cxn>
                  <a:cxn ang="0">
                    <a:pos x="66" y="471"/>
                  </a:cxn>
                  <a:cxn ang="0">
                    <a:pos x="0" y="627"/>
                  </a:cxn>
                  <a:cxn ang="0">
                    <a:pos x="372" y="1026"/>
                  </a:cxn>
                  <a:cxn ang="0">
                    <a:pos x="611" y="902"/>
                  </a:cxn>
                  <a:cxn ang="0">
                    <a:pos x="992" y="1085"/>
                  </a:cxn>
                  <a:cxn ang="0">
                    <a:pos x="1116" y="1339"/>
                  </a:cxn>
                  <a:cxn ang="0">
                    <a:pos x="1083" y="1450"/>
                  </a:cxn>
                  <a:cxn ang="0">
                    <a:pos x="1124" y="1659"/>
                  </a:cxn>
                  <a:cxn ang="0">
                    <a:pos x="1149" y="1999"/>
                  </a:cxn>
                  <a:cxn ang="0">
                    <a:pos x="1463" y="2110"/>
                  </a:cxn>
                  <a:cxn ang="0">
                    <a:pos x="1686" y="2025"/>
                  </a:cxn>
                  <a:cxn ang="0">
                    <a:pos x="1603" y="1777"/>
                  </a:cxn>
                  <a:cxn ang="0">
                    <a:pos x="1991" y="1555"/>
                  </a:cxn>
                  <a:cxn ang="0">
                    <a:pos x="2281" y="1542"/>
                  </a:cxn>
                  <a:cxn ang="0">
                    <a:pos x="2446" y="1359"/>
                  </a:cxn>
                  <a:cxn ang="0">
                    <a:pos x="2361" y="1001"/>
                  </a:cxn>
                  <a:cxn ang="0">
                    <a:pos x="2606" y="893"/>
                  </a:cxn>
                  <a:cxn ang="0">
                    <a:pos x="2815" y="454"/>
                  </a:cxn>
                  <a:cxn ang="0">
                    <a:pos x="2518" y="0"/>
                  </a:cxn>
                </a:cxnLst>
                <a:rect l="0" t="0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349" name="Freeform 5"/>
              <p:cNvSpPr>
                <a:spLocks/>
              </p:cNvSpPr>
              <p:nvPr userDrawn="1"/>
            </p:nvSpPr>
            <p:spPr bwMode="hidden">
              <a:xfrm>
                <a:off x="672" y="1116"/>
                <a:ext cx="3966" cy="2366"/>
              </a:xfrm>
              <a:custGeom>
                <a:avLst/>
                <a:gdLst/>
                <a:ahLst/>
                <a:cxnLst>
                  <a:cxn ang="0">
                    <a:pos x="1423" y="65"/>
                  </a:cxn>
                  <a:cxn ang="0">
                    <a:pos x="1148" y="262"/>
                  </a:cxn>
                  <a:cxn ang="0">
                    <a:pos x="934" y="216"/>
                  </a:cxn>
                  <a:cxn ang="0">
                    <a:pos x="529" y="314"/>
                  </a:cxn>
                  <a:cxn ang="0">
                    <a:pos x="174" y="327"/>
                  </a:cxn>
                  <a:cxn ang="0">
                    <a:pos x="0" y="628"/>
                  </a:cxn>
                  <a:cxn ang="0">
                    <a:pos x="91" y="726"/>
                  </a:cxn>
                  <a:cxn ang="0">
                    <a:pos x="231" y="654"/>
                  </a:cxn>
                  <a:cxn ang="0">
                    <a:pos x="430" y="687"/>
                  </a:cxn>
                  <a:cxn ang="0">
                    <a:pos x="504" y="850"/>
                  </a:cxn>
                  <a:cxn ang="0">
                    <a:pos x="347" y="1020"/>
                  </a:cxn>
                  <a:cxn ang="0">
                    <a:pos x="529" y="1144"/>
                  </a:cxn>
                  <a:cxn ang="0">
                    <a:pos x="727" y="1105"/>
                  </a:cxn>
                  <a:cxn ang="0">
                    <a:pos x="901" y="1216"/>
                  </a:cxn>
                  <a:cxn ang="0">
                    <a:pos x="1256" y="1229"/>
                  </a:cxn>
                  <a:cxn ang="0">
                    <a:pos x="1611" y="1425"/>
                  </a:cxn>
                  <a:cxn ang="0">
                    <a:pos x="1694" y="1673"/>
                  </a:cxn>
                  <a:cxn ang="0">
                    <a:pos x="1619" y="2118"/>
                  </a:cxn>
                  <a:cxn ang="0">
                    <a:pos x="1694" y="2268"/>
                  </a:cxn>
                  <a:cxn ang="0">
                    <a:pos x="2132" y="2242"/>
                  </a:cxn>
                  <a:cxn ang="0">
                    <a:pos x="2289" y="2366"/>
                  </a:cxn>
                  <a:cxn ang="0">
                    <a:pos x="2594" y="2046"/>
                  </a:cxn>
                  <a:cxn ang="0">
                    <a:pos x="2537" y="1817"/>
                  </a:cxn>
                  <a:cxn ang="0">
                    <a:pos x="2818" y="1673"/>
                  </a:cxn>
                  <a:cxn ang="0">
                    <a:pos x="3016" y="1719"/>
                  </a:cxn>
                  <a:cxn ang="0">
                    <a:pos x="3280" y="1615"/>
                  </a:cxn>
                  <a:cxn ang="0">
                    <a:pos x="3405" y="1174"/>
                  </a:cxn>
                  <a:cxn ang="0">
                    <a:pos x="3643" y="922"/>
                  </a:cxn>
                  <a:cxn ang="0">
                    <a:pos x="3966" y="896"/>
                  </a:cxn>
                  <a:cxn ang="0">
                    <a:pos x="3908" y="733"/>
                  </a:cxn>
                  <a:cxn ang="0">
                    <a:pos x="3669" y="563"/>
                  </a:cxn>
                  <a:cxn ang="0">
                    <a:pos x="3817" y="210"/>
                  </a:cxn>
                  <a:cxn ang="0">
                    <a:pos x="3590" y="0"/>
                  </a:cxn>
                </a:cxnLst>
                <a:rect l="0" t="0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350" name="Freeform 6"/>
              <p:cNvSpPr>
                <a:spLocks/>
              </p:cNvSpPr>
              <p:nvPr userDrawn="1"/>
            </p:nvSpPr>
            <p:spPr bwMode="hidden">
              <a:xfrm>
                <a:off x="20" y="1069"/>
                <a:ext cx="5732" cy="3107"/>
              </a:xfrm>
              <a:custGeom>
                <a:avLst/>
                <a:gdLst/>
                <a:ahLst/>
                <a:cxnLst>
                  <a:cxn ang="0">
                    <a:pos x="81" y="0"/>
                  </a:cxn>
                  <a:cxn ang="0">
                    <a:pos x="133" y="328"/>
                  </a:cxn>
                  <a:cxn ang="0">
                    <a:pos x="0" y="666"/>
                  </a:cxn>
                  <a:cxn ang="0">
                    <a:pos x="83" y="1221"/>
                  </a:cxn>
                  <a:cxn ang="0">
                    <a:pos x="413" y="1515"/>
                  </a:cxn>
                  <a:cxn ang="0">
                    <a:pos x="881" y="1700"/>
                  </a:cxn>
                  <a:cxn ang="0">
                    <a:pos x="1440" y="1651"/>
                  </a:cxn>
                  <a:cxn ang="0">
                    <a:pos x="1755" y="1940"/>
                  </a:cxn>
                  <a:cxn ang="0">
                    <a:pos x="1653" y="2126"/>
                  </a:cxn>
                  <a:cxn ang="0">
                    <a:pos x="1136" y="2142"/>
                  </a:cxn>
                  <a:cxn ang="0">
                    <a:pos x="911" y="2021"/>
                  </a:cxn>
                  <a:cxn ang="0">
                    <a:pos x="739" y="2142"/>
                  </a:cxn>
                  <a:cxn ang="0">
                    <a:pos x="954" y="2524"/>
                  </a:cxn>
                  <a:cxn ang="0">
                    <a:pos x="973" y="2905"/>
                  </a:cxn>
                  <a:cxn ang="0">
                    <a:pos x="1511" y="3107"/>
                  </a:cxn>
                  <a:cxn ang="0">
                    <a:pos x="1644" y="2922"/>
                  </a:cxn>
                  <a:cxn ang="0">
                    <a:pos x="2077" y="2797"/>
                  </a:cxn>
                  <a:cxn ang="0">
                    <a:pos x="2610" y="2962"/>
                  </a:cxn>
                  <a:cxn ang="0">
                    <a:pos x="3222" y="2812"/>
                  </a:cxn>
                  <a:cxn ang="0">
                    <a:pos x="3443" y="2922"/>
                  </a:cxn>
                  <a:cxn ang="0">
                    <a:pos x="3861" y="2648"/>
                  </a:cxn>
                  <a:cxn ang="0">
                    <a:pos x="4125" y="2311"/>
                  </a:cxn>
                  <a:cxn ang="0">
                    <a:pos x="4369" y="2318"/>
                  </a:cxn>
                  <a:cxn ang="0">
                    <a:pos x="4554" y="2445"/>
                  </a:cxn>
                  <a:cxn ang="0">
                    <a:pos x="5015" y="2142"/>
                  </a:cxn>
                  <a:cxn ang="0">
                    <a:pos x="5404" y="2185"/>
                  </a:cxn>
                  <a:cxn ang="0">
                    <a:pos x="5732" y="2069"/>
                  </a:cxn>
                </a:cxnLst>
                <a:rect l="0" t="0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351" name="Freeform 7"/>
              <p:cNvSpPr>
                <a:spLocks/>
              </p:cNvSpPr>
              <p:nvPr userDrawn="1"/>
            </p:nvSpPr>
            <p:spPr bwMode="hidden">
              <a:xfrm>
                <a:off x="242" y="1145"/>
                <a:ext cx="5512" cy="2760"/>
              </a:xfrm>
              <a:custGeom>
                <a:avLst/>
                <a:gdLst/>
                <a:ahLst/>
                <a:cxnLst>
                  <a:cxn ang="0">
                    <a:pos x="240" y="0"/>
                  </a:cxn>
                  <a:cxn ang="0">
                    <a:pos x="0" y="336"/>
                  </a:cxn>
                  <a:cxn ang="0">
                    <a:pos x="82" y="821"/>
                  </a:cxn>
                  <a:cxn ang="0">
                    <a:pos x="243" y="873"/>
                  </a:cxn>
                  <a:cxn ang="0">
                    <a:pos x="473" y="1087"/>
                  </a:cxn>
                  <a:cxn ang="0">
                    <a:pos x="557" y="1441"/>
                  </a:cxn>
                  <a:cxn ang="0">
                    <a:pos x="839" y="1499"/>
                  </a:cxn>
                  <a:cxn ang="0">
                    <a:pos x="1258" y="1349"/>
                  </a:cxn>
                  <a:cxn ang="0">
                    <a:pos x="1307" y="1493"/>
                  </a:cxn>
                  <a:cxn ang="0">
                    <a:pos x="1621" y="1513"/>
                  </a:cxn>
                  <a:cxn ang="0">
                    <a:pos x="1862" y="1865"/>
                  </a:cxn>
                  <a:cxn ang="0">
                    <a:pos x="1668" y="2166"/>
                  </a:cxn>
                  <a:cxn ang="0">
                    <a:pos x="1308" y="2217"/>
                  </a:cxn>
                  <a:cxn ang="0">
                    <a:pos x="992" y="2172"/>
                  </a:cxn>
                  <a:cxn ang="0">
                    <a:pos x="903" y="2244"/>
                  </a:cxn>
                  <a:cxn ang="0">
                    <a:pos x="1008" y="2415"/>
                  </a:cxn>
                  <a:cxn ang="0">
                    <a:pos x="992" y="2538"/>
                  </a:cxn>
                  <a:cxn ang="0">
                    <a:pos x="1137" y="2760"/>
                  </a:cxn>
                  <a:cxn ang="0">
                    <a:pos x="1661" y="2623"/>
                  </a:cxn>
                  <a:cxn ang="0">
                    <a:pos x="1725" y="2492"/>
                  </a:cxn>
                  <a:cxn ang="0">
                    <a:pos x="1895" y="2551"/>
                  </a:cxn>
                  <a:cxn ang="0">
                    <a:pos x="2338" y="2448"/>
                  </a:cxn>
                  <a:cxn ang="0">
                    <a:pos x="2443" y="2714"/>
                  </a:cxn>
                  <a:cxn ang="0">
                    <a:pos x="2870" y="2541"/>
                  </a:cxn>
                  <a:cxn ang="0">
                    <a:pos x="3264" y="2591"/>
                  </a:cxn>
                  <a:cxn ang="0">
                    <a:pos x="3522" y="2427"/>
                  </a:cxn>
                  <a:cxn ang="0">
                    <a:pos x="3594" y="2081"/>
                  </a:cxn>
                  <a:cxn ang="0">
                    <a:pos x="4013" y="2087"/>
                  </a:cxn>
                  <a:cxn ang="0">
                    <a:pos x="4070" y="1924"/>
                  </a:cxn>
                  <a:cxn ang="0">
                    <a:pos x="4239" y="1931"/>
                  </a:cxn>
                  <a:cxn ang="0">
                    <a:pos x="4465" y="2094"/>
                  </a:cxn>
                  <a:cxn ang="0">
                    <a:pos x="4836" y="1814"/>
                  </a:cxn>
                  <a:cxn ang="0">
                    <a:pos x="5225" y="1785"/>
                  </a:cxn>
                  <a:cxn ang="0">
                    <a:pos x="5367" y="1571"/>
                  </a:cxn>
                  <a:cxn ang="0">
                    <a:pos x="5512" y="1585"/>
                  </a:cxn>
                </a:cxnLst>
                <a:rect l="0" t="0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352" name="Freeform 8"/>
              <p:cNvSpPr>
                <a:spLocks/>
              </p:cNvSpPr>
              <p:nvPr userDrawn="1"/>
            </p:nvSpPr>
            <p:spPr bwMode="hidden">
              <a:xfrm>
                <a:off x="4840" y="984"/>
                <a:ext cx="790" cy="1189"/>
              </a:xfrm>
              <a:custGeom>
                <a:avLst/>
                <a:gdLst/>
                <a:ahLst/>
                <a:cxnLst>
                  <a:cxn ang="0">
                    <a:pos x="139" y="0"/>
                  </a:cxn>
                  <a:cxn ang="0">
                    <a:pos x="210" y="233"/>
                  </a:cxn>
                  <a:cxn ang="0">
                    <a:pos x="159" y="643"/>
                  </a:cxn>
                  <a:cxn ang="0">
                    <a:pos x="454" y="771"/>
                  </a:cxn>
                  <a:cxn ang="0">
                    <a:pos x="605" y="1046"/>
                  </a:cxn>
                  <a:cxn ang="0">
                    <a:pos x="790" y="1189"/>
                  </a:cxn>
                  <a:cxn ang="0">
                    <a:pos x="540" y="1111"/>
                  </a:cxn>
                  <a:cxn ang="0">
                    <a:pos x="363" y="883"/>
                  </a:cxn>
                  <a:cxn ang="0">
                    <a:pos x="139" y="852"/>
                  </a:cxn>
                  <a:cxn ang="0">
                    <a:pos x="0" y="499"/>
                  </a:cxn>
                  <a:cxn ang="0">
                    <a:pos x="48" y="209"/>
                  </a:cxn>
                </a:cxnLst>
                <a:rect l="0" t="0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353" name="Freeform 9"/>
              <p:cNvSpPr>
                <a:spLocks/>
              </p:cNvSpPr>
              <p:nvPr userDrawn="1"/>
            </p:nvSpPr>
            <p:spPr bwMode="hidden">
              <a:xfrm>
                <a:off x="5173" y="896"/>
                <a:ext cx="579" cy="111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28" y="328"/>
                  </a:cxn>
                  <a:cxn ang="0">
                    <a:pos x="9" y="659"/>
                  </a:cxn>
                  <a:cxn ang="0">
                    <a:pos x="40" y="763"/>
                  </a:cxn>
                  <a:cxn ang="0">
                    <a:pos x="234" y="739"/>
                  </a:cxn>
                  <a:cxn ang="0">
                    <a:pos x="344" y="1055"/>
                  </a:cxn>
                  <a:cxn ang="0">
                    <a:pos x="579" y="1117"/>
                  </a:cxn>
                </a:cxnLst>
                <a:rect l="0" t="0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354" name="Freeform 10"/>
              <p:cNvSpPr>
                <a:spLocks/>
              </p:cNvSpPr>
              <p:nvPr userDrawn="1"/>
            </p:nvSpPr>
            <p:spPr bwMode="hidden">
              <a:xfrm>
                <a:off x="3291" y="968"/>
                <a:ext cx="2471" cy="2396"/>
              </a:xfrm>
              <a:custGeom>
                <a:avLst/>
                <a:gdLst/>
                <a:ahLst/>
                <a:cxnLst>
                  <a:cxn ang="0">
                    <a:pos x="1118" y="0"/>
                  </a:cxn>
                  <a:cxn ang="0">
                    <a:pos x="1179" y="225"/>
                  </a:cxn>
                  <a:cxn ang="0">
                    <a:pos x="1393" y="339"/>
                  </a:cxn>
                  <a:cxn ang="0">
                    <a:pos x="1404" y="548"/>
                  </a:cxn>
                  <a:cxn ang="0">
                    <a:pos x="1342" y="732"/>
                  </a:cxn>
                  <a:cxn ang="0">
                    <a:pos x="1434" y="925"/>
                  </a:cxn>
                  <a:cxn ang="0">
                    <a:pos x="1455" y="1109"/>
                  </a:cxn>
                  <a:cxn ang="0">
                    <a:pos x="1311" y="1142"/>
                  </a:cxn>
                  <a:cxn ang="0">
                    <a:pos x="926" y="1384"/>
                  </a:cxn>
                  <a:cxn ang="0">
                    <a:pos x="975" y="1456"/>
                  </a:cxn>
                  <a:cxn ang="0">
                    <a:pos x="956" y="1624"/>
                  </a:cxn>
                  <a:cxn ang="0">
                    <a:pos x="782" y="1817"/>
                  </a:cxn>
                  <a:cxn ang="0">
                    <a:pos x="539" y="1978"/>
                  </a:cxn>
                  <a:cxn ang="0">
                    <a:pos x="152" y="2026"/>
                  </a:cxn>
                  <a:cxn ang="0">
                    <a:pos x="19" y="2251"/>
                  </a:cxn>
                  <a:cxn ang="0">
                    <a:pos x="0" y="2396"/>
                  </a:cxn>
                  <a:cxn ang="0">
                    <a:pos x="213" y="2179"/>
                  </a:cxn>
                  <a:cxn ang="0">
                    <a:pos x="629" y="2090"/>
                  </a:cxn>
                  <a:cxn ang="0">
                    <a:pos x="894" y="1906"/>
                  </a:cxn>
                  <a:cxn ang="0">
                    <a:pos x="1230" y="1986"/>
                  </a:cxn>
                  <a:cxn ang="0">
                    <a:pos x="1668" y="1906"/>
                  </a:cxn>
                  <a:cxn ang="0">
                    <a:pos x="1983" y="1745"/>
                  </a:cxn>
                  <a:cxn ang="0">
                    <a:pos x="2014" y="1600"/>
                  </a:cxn>
                  <a:cxn ang="0">
                    <a:pos x="2237" y="1496"/>
                  </a:cxn>
                  <a:cxn ang="0">
                    <a:pos x="2359" y="1552"/>
                  </a:cxn>
                  <a:cxn ang="0">
                    <a:pos x="2471" y="1479"/>
                  </a:cxn>
                </a:cxnLst>
                <a:rect l="0" t="0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355" name="Freeform 11"/>
              <p:cNvSpPr>
                <a:spLocks/>
              </p:cNvSpPr>
              <p:nvPr userDrawn="1"/>
            </p:nvSpPr>
            <p:spPr bwMode="hidden">
              <a:xfrm>
                <a:off x="2366" y="1067"/>
                <a:ext cx="1399" cy="1349"/>
              </a:xfrm>
              <a:custGeom>
                <a:avLst/>
                <a:gdLst/>
                <a:ahLst/>
                <a:cxnLst>
                  <a:cxn ang="0">
                    <a:pos x="620" y="155"/>
                  </a:cxn>
                  <a:cxn ang="0">
                    <a:pos x="421" y="155"/>
                  </a:cxn>
                  <a:cxn ang="0">
                    <a:pos x="205" y="507"/>
                  </a:cxn>
                  <a:cxn ang="0">
                    <a:pos x="0" y="673"/>
                  </a:cxn>
                  <a:cxn ang="0">
                    <a:pos x="487" y="783"/>
                  </a:cxn>
                  <a:cxn ang="0">
                    <a:pos x="425" y="1009"/>
                  </a:cxn>
                  <a:cxn ang="0">
                    <a:pos x="617" y="1086"/>
                  </a:cxn>
                  <a:cxn ang="0">
                    <a:pos x="498" y="1349"/>
                  </a:cxn>
                  <a:cxn ang="0">
                    <a:pos x="961" y="1035"/>
                  </a:cxn>
                  <a:cxn ang="0">
                    <a:pos x="926" y="776"/>
                  </a:cxn>
                  <a:cxn ang="0">
                    <a:pos x="1181" y="749"/>
                  </a:cxn>
                  <a:cxn ang="0">
                    <a:pos x="1399" y="601"/>
                  </a:cxn>
                  <a:cxn ang="0">
                    <a:pos x="1315" y="416"/>
                  </a:cxn>
                  <a:cxn ang="0">
                    <a:pos x="1341" y="196"/>
                  </a:cxn>
                  <a:cxn ang="0">
                    <a:pos x="1171" y="164"/>
                  </a:cxn>
                  <a:cxn ang="0">
                    <a:pos x="928" y="0"/>
                  </a:cxn>
                  <a:cxn ang="0">
                    <a:pos x="620" y="155"/>
                  </a:cxn>
                </a:cxnLst>
                <a:rect l="0" t="0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356" name="Freeform 12"/>
              <p:cNvSpPr>
                <a:spLocks/>
              </p:cNvSpPr>
              <p:nvPr userDrawn="1"/>
            </p:nvSpPr>
            <p:spPr bwMode="hidden">
              <a:xfrm>
                <a:off x="4275" y="2031"/>
                <a:ext cx="1256" cy="810"/>
              </a:xfrm>
              <a:custGeom>
                <a:avLst/>
                <a:gdLst/>
                <a:ahLst/>
                <a:cxnLst>
                  <a:cxn ang="0">
                    <a:pos x="719" y="183"/>
                  </a:cxn>
                  <a:cxn ang="0">
                    <a:pos x="760" y="33"/>
                  </a:cxn>
                  <a:cxn ang="0">
                    <a:pos x="884" y="0"/>
                  </a:cxn>
                  <a:cxn ang="0">
                    <a:pos x="983" y="78"/>
                  </a:cxn>
                  <a:cxn ang="0">
                    <a:pos x="1082" y="248"/>
                  </a:cxn>
                  <a:cxn ang="0">
                    <a:pos x="1256" y="229"/>
                  </a:cxn>
                  <a:cxn ang="0">
                    <a:pos x="1248" y="359"/>
                  </a:cxn>
                  <a:cxn ang="0">
                    <a:pos x="1016" y="431"/>
                  </a:cxn>
                  <a:cxn ang="0">
                    <a:pos x="879" y="417"/>
                  </a:cxn>
                  <a:cxn ang="0">
                    <a:pos x="719" y="481"/>
                  </a:cxn>
                  <a:cxn ang="0">
                    <a:pos x="591" y="633"/>
                  </a:cxn>
                  <a:cxn ang="0">
                    <a:pos x="423" y="537"/>
                  </a:cxn>
                  <a:cxn ang="0">
                    <a:pos x="256" y="810"/>
                  </a:cxn>
                  <a:cxn ang="0">
                    <a:pos x="66" y="764"/>
                  </a:cxn>
                  <a:cxn ang="0">
                    <a:pos x="0" y="601"/>
                  </a:cxn>
                  <a:cxn ang="0">
                    <a:pos x="157" y="483"/>
                  </a:cxn>
                  <a:cxn ang="0">
                    <a:pos x="248" y="281"/>
                  </a:cxn>
                  <a:cxn ang="0">
                    <a:pos x="438" y="150"/>
                  </a:cxn>
                  <a:cxn ang="0">
                    <a:pos x="719" y="189"/>
                  </a:cxn>
                </a:cxnLst>
                <a:rect l="0" t="0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357" name="Freeform 13"/>
              <p:cNvSpPr>
                <a:spLocks/>
              </p:cNvSpPr>
              <p:nvPr userDrawn="1"/>
            </p:nvSpPr>
            <p:spPr bwMode="hidden">
              <a:xfrm>
                <a:off x="2914" y="3476"/>
                <a:ext cx="2848" cy="788"/>
              </a:xfrm>
              <a:custGeom>
                <a:avLst/>
                <a:gdLst/>
                <a:ahLst/>
                <a:cxnLst>
                  <a:cxn ang="0">
                    <a:pos x="2838" y="16"/>
                  </a:cxn>
                  <a:cxn ang="0">
                    <a:pos x="2493" y="0"/>
                  </a:cxn>
                  <a:cxn ang="0">
                    <a:pos x="2278" y="81"/>
                  </a:cxn>
                  <a:cxn ang="0">
                    <a:pos x="1936" y="44"/>
                  </a:cxn>
                  <a:cxn ang="0">
                    <a:pos x="1739" y="354"/>
                  </a:cxn>
                  <a:cxn ang="0">
                    <a:pos x="1600" y="212"/>
                  </a:cxn>
                  <a:cxn ang="0">
                    <a:pos x="1352" y="308"/>
                  </a:cxn>
                  <a:cxn ang="0">
                    <a:pos x="1445" y="515"/>
                  </a:cxn>
                  <a:cxn ang="0">
                    <a:pos x="1072" y="412"/>
                  </a:cxn>
                  <a:cxn ang="0">
                    <a:pos x="888" y="540"/>
                  </a:cxn>
                  <a:cxn ang="0">
                    <a:pos x="0" y="660"/>
                  </a:cxn>
                  <a:cxn ang="0">
                    <a:pos x="288" y="788"/>
                  </a:cxn>
                  <a:cxn ang="0">
                    <a:pos x="1040" y="676"/>
                  </a:cxn>
                  <a:cxn ang="0">
                    <a:pos x="1272" y="748"/>
                  </a:cxn>
                  <a:cxn ang="0">
                    <a:pos x="2096" y="691"/>
                  </a:cxn>
                  <a:cxn ang="0">
                    <a:pos x="2320" y="748"/>
                  </a:cxn>
                  <a:cxn ang="0">
                    <a:pos x="2456" y="596"/>
                  </a:cxn>
                  <a:cxn ang="0">
                    <a:pos x="2712" y="716"/>
                  </a:cxn>
                  <a:cxn ang="0">
                    <a:pos x="2716" y="339"/>
                  </a:cxn>
                  <a:cxn ang="0">
                    <a:pos x="2848" y="258"/>
                  </a:cxn>
                </a:cxnLst>
                <a:rect l="0" t="0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358" name="Freeform 14"/>
              <p:cNvSpPr>
                <a:spLocks/>
              </p:cNvSpPr>
              <p:nvPr userDrawn="1"/>
            </p:nvSpPr>
            <p:spPr bwMode="hidden">
              <a:xfrm>
                <a:off x="5443" y="922"/>
                <a:ext cx="319" cy="85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6" y="313"/>
                  </a:cxn>
                  <a:cxn ang="0">
                    <a:pos x="106" y="634"/>
                  </a:cxn>
                  <a:cxn ang="0">
                    <a:pos x="268" y="854"/>
                  </a:cxn>
                  <a:cxn ang="0">
                    <a:pos x="278" y="577"/>
                  </a:cxn>
                  <a:cxn ang="0">
                    <a:pos x="238" y="400"/>
                  </a:cxn>
                  <a:cxn ang="0">
                    <a:pos x="319" y="240"/>
                  </a:cxn>
                </a:cxnLst>
                <a:rect l="0" t="0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359" name="Freeform 15"/>
              <p:cNvSpPr>
                <a:spLocks/>
              </p:cNvSpPr>
              <p:nvPr userDrawn="1"/>
            </p:nvSpPr>
            <p:spPr bwMode="hidden">
              <a:xfrm>
                <a:off x="4954" y="3568"/>
                <a:ext cx="646" cy="392"/>
              </a:xfrm>
              <a:custGeom>
                <a:avLst/>
                <a:gdLst/>
                <a:ahLst/>
                <a:cxnLst>
                  <a:cxn ang="0">
                    <a:pos x="504" y="0"/>
                  </a:cxn>
                  <a:cxn ang="0">
                    <a:pos x="320" y="61"/>
                  </a:cxn>
                  <a:cxn ang="0">
                    <a:pos x="238" y="109"/>
                  </a:cxn>
                  <a:cxn ang="0">
                    <a:pos x="144" y="216"/>
                  </a:cxn>
                  <a:cxn ang="0">
                    <a:pos x="0" y="392"/>
                  </a:cxn>
                  <a:cxn ang="0">
                    <a:pos x="360" y="263"/>
                  </a:cxn>
                  <a:cxn ang="0">
                    <a:pos x="432" y="182"/>
                  </a:cxn>
                  <a:cxn ang="0">
                    <a:pos x="646" y="142"/>
                  </a:cxn>
                  <a:cxn ang="0">
                    <a:pos x="504" y="0"/>
                  </a:cxn>
                </a:cxnLst>
                <a:rect l="0" t="0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360" name="Freeform 16"/>
              <p:cNvSpPr>
                <a:spLocks/>
              </p:cNvSpPr>
              <p:nvPr userDrawn="1"/>
            </p:nvSpPr>
            <p:spPr bwMode="hidden">
              <a:xfrm>
                <a:off x="50" y="2400"/>
                <a:ext cx="2736" cy="19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336"/>
                  </a:cxn>
                  <a:cxn ang="0">
                    <a:pos x="384" y="384"/>
                  </a:cxn>
                  <a:cxn ang="0">
                    <a:pos x="576" y="720"/>
                  </a:cxn>
                  <a:cxn ang="0">
                    <a:pos x="528" y="960"/>
                  </a:cxn>
                  <a:cxn ang="0">
                    <a:pos x="672" y="1104"/>
                  </a:cxn>
                  <a:cxn ang="0">
                    <a:pos x="576" y="1392"/>
                  </a:cxn>
                  <a:cxn ang="0">
                    <a:pos x="624" y="1632"/>
                  </a:cxn>
                  <a:cxn ang="0">
                    <a:pos x="1488" y="1872"/>
                  </a:cxn>
                  <a:cxn ang="0">
                    <a:pos x="1680" y="1728"/>
                  </a:cxn>
                  <a:cxn ang="0">
                    <a:pos x="2208" y="1728"/>
                  </a:cxn>
                  <a:cxn ang="0">
                    <a:pos x="2304" y="1632"/>
                  </a:cxn>
                  <a:cxn ang="0">
                    <a:pos x="2736" y="1872"/>
                  </a:cxn>
                  <a:cxn ang="0">
                    <a:pos x="2640" y="1920"/>
                  </a:cxn>
                  <a:cxn ang="0">
                    <a:pos x="2304" y="1824"/>
                  </a:cxn>
                  <a:cxn ang="0">
                    <a:pos x="2160" y="1872"/>
                  </a:cxn>
                  <a:cxn ang="0">
                    <a:pos x="1632" y="1920"/>
                  </a:cxn>
                  <a:cxn ang="0">
                    <a:pos x="1440" y="1920"/>
                  </a:cxn>
                  <a:cxn ang="0">
                    <a:pos x="480" y="1824"/>
                  </a:cxn>
                  <a:cxn ang="0">
                    <a:pos x="192" y="1872"/>
                  </a:cxn>
                  <a:cxn ang="0">
                    <a:pos x="96" y="1680"/>
                  </a:cxn>
                  <a:cxn ang="0">
                    <a:pos x="288" y="1440"/>
                  </a:cxn>
                  <a:cxn ang="0">
                    <a:pos x="336" y="1104"/>
                  </a:cxn>
                  <a:cxn ang="0">
                    <a:pos x="144" y="864"/>
                  </a:cxn>
                  <a:cxn ang="0">
                    <a:pos x="240" y="624"/>
                  </a:cxn>
                  <a:cxn ang="0">
                    <a:pos x="48" y="528"/>
                  </a:cxn>
                  <a:cxn ang="0">
                    <a:pos x="0" y="0"/>
                  </a:cxn>
                </a:cxnLst>
                <a:rect l="0" t="0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</p:grpSp>
        <p:grpSp>
          <p:nvGrpSpPr>
            <p:cNvPr id="57361" name="Group 17"/>
            <p:cNvGrpSpPr>
              <a:grpSpLocks/>
            </p:cNvGrpSpPr>
            <p:nvPr userDrawn="1"/>
          </p:nvGrpSpPr>
          <p:grpSpPr bwMode="auto">
            <a:xfrm>
              <a:off x="0" y="2291"/>
              <a:ext cx="1385" cy="1702"/>
              <a:chOff x="0" y="2291"/>
              <a:chExt cx="1385" cy="1702"/>
            </a:xfrm>
          </p:grpSpPr>
          <p:sp>
            <p:nvSpPr>
              <p:cNvPr id="57362" name="Rectangle 18"/>
              <p:cNvSpPr>
                <a:spLocks noChangeArrowheads="1"/>
              </p:cNvSpPr>
              <p:nvPr userDrawn="1"/>
            </p:nvSpPr>
            <p:spPr bwMode="ltGray">
              <a:xfrm rot="6798887">
                <a:off x="62" y="388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63" name="Rectangle 19"/>
              <p:cNvSpPr>
                <a:spLocks noChangeArrowheads="1"/>
              </p:cNvSpPr>
              <p:nvPr userDrawn="1"/>
            </p:nvSpPr>
            <p:spPr bwMode="ltGray">
              <a:xfrm rot="6798887">
                <a:off x="33" y="388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64" name="Rectangle 20"/>
              <p:cNvSpPr>
                <a:spLocks noChangeArrowheads="1"/>
              </p:cNvSpPr>
              <p:nvPr userDrawn="1"/>
            </p:nvSpPr>
            <p:spPr bwMode="ltGray">
              <a:xfrm rot="6798887">
                <a:off x="6" y="387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65" name="Rectangle 21"/>
              <p:cNvSpPr>
                <a:spLocks noChangeArrowheads="1"/>
              </p:cNvSpPr>
              <p:nvPr userDrawn="1"/>
            </p:nvSpPr>
            <p:spPr bwMode="ltGray">
              <a:xfrm rot="5999912">
                <a:off x="209" y="388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66" name="Rectangle 22"/>
              <p:cNvSpPr>
                <a:spLocks noChangeArrowheads="1"/>
              </p:cNvSpPr>
              <p:nvPr userDrawn="1"/>
            </p:nvSpPr>
            <p:spPr bwMode="ltGray">
              <a:xfrm rot="5999912">
                <a:off x="182" y="388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67" name="Rectangle 23"/>
              <p:cNvSpPr>
                <a:spLocks noChangeArrowheads="1"/>
              </p:cNvSpPr>
              <p:nvPr userDrawn="1"/>
            </p:nvSpPr>
            <p:spPr bwMode="ltGray">
              <a:xfrm rot="6250138">
                <a:off x="152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68" name="Rectangle 24"/>
              <p:cNvSpPr>
                <a:spLocks noChangeArrowheads="1"/>
              </p:cNvSpPr>
              <p:nvPr userDrawn="1"/>
            </p:nvSpPr>
            <p:spPr bwMode="ltGray">
              <a:xfrm rot="6238076">
                <a:off x="123" y="388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69" name="Rectangle 25"/>
              <p:cNvSpPr>
                <a:spLocks noChangeArrowheads="1"/>
              </p:cNvSpPr>
              <p:nvPr userDrawn="1"/>
            </p:nvSpPr>
            <p:spPr bwMode="ltGray">
              <a:xfrm rot="5380717">
                <a:off x="363" y="386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70" name="Rectangle 26"/>
              <p:cNvSpPr>
                <a:spLocks noChangeArrowheads="1"/>
              </p:cNvSpPr>
              <p:nvPr userDrawn="1"/>
            </p:nvSpPr>
            <p:spPr bwMode="ltGray">
              <a:xfrm rot="5380717">
                <a:off x="332" y="387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71" name="Rectangle 27"/>
              <p:cNvSpPr>
                <a:spLocks noChangeArrowheads="1"/>
              </p:cNvSpPr>
              <p:nvPr userDrawn="1"/>
            </p:nvSpPr>
            <p:spPr bwMode="ltGray">
              <a:xfrm rot="5583200">
                <a:off x="302" y="387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72" name="Rectangle 28"/>
              <p:cNvSpPr>
                <a:spLocks noChangeArrowheads="1"/>
              </p:cNvSpPr>
              <p:nvPr userDrawn="1"/>
            </p:nvSpPr>
            <p:spPr bwMode="ltGray">
              <a:xfrm rot="5737625">
                <a:off x="270" y="388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73" name="Rectangle 29"/>
              <p:cNvSpPr>
                <a:spLocks noChangeArrowheads="1"/>
              </p:cNvSpPr>
              <p:nvPr userDrawn="1"/>
            </p:nvSpPr>
            <p:spPr bwMode="ltGray">
              <a:xfrm rot="4715477">
                <a:off x="516" y="382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74" name="Rectangle 30"/>
              <p:cNvSpPr>
                <a:spLocks noChangeArrowheads="1"/>
              </p:cNvSpPr>
              <p:nvPr userDrawn="1"/>
            </p:nvSpPr>
            <p:spPr bwMode="ltGray">
              <a:xfrm rot="4924949">
                <a:off x="486" y="38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75" name="Rectangle 31"/>
              <p:cNvSpPr>
                <a:spLocks noChangeArrowheads="1"/>
              </p:cNvSpPr>
              <p:nvPr userDrawn="1"/>
            </p:nvSpPr>
            <p:spPr bwMode="ltGray">
              <a:xfrm rot="4924949">
                <a:off x="456" y="38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76" name="Rectangle 32"/>
              <p:cNvSpPr>
                <a:spLocks noChangeArrowheads="1"/>
              </p:cNvSpPr>
              <p:nvPr userDrawn="1"/>
            </p:nvSpPr>
            <p:spPr bwMode="ltGray">
              <a:xfrm rot="5041352">
                <a:off x="426" y="3851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77" name="Rectangle 33"/>
              <p:cNvSpPr>
                <a:spLocks noChangeArrowheads="1"/>
              </p:cNvSpPr>
              <p:nvPr userDrawn="1"/>
            </p:nvSpPr>
            <p:spPr bwMode="ltGray">
              <a:xfrm rot="3816889">
                <a:off x="664" y="376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78" name="Rectangle 34"/>
              <p:cNvSpPr>
                <a:spLocks noChangeArrowheads="1"/>
              </p:cNvSpPr>
              <p:nvPr userDrawn="1"/>
            </p:nvSpPr>
            <p:spPr bwMode="ltGray">
              <a:xfrm rot="3816889">
                <a:off x="634" y="378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79" name="Rectangle 35"/>
              <p:cNvSpPr>
                <a:spLocks noChangeArrowheads="1"/>
              </p:cNvSpPr>
              <p:nvPr userDrawn="1"/>
            </p:nvSpPr>
            <p:spPr bwMode="ltGray">
              <a:xfrm rot="4104184">
                <a:off x="605" y="3791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80" name="Rectangle 36"/>
              <p:cNvSpPr>
                <a:spLocks noChangeArrowheads="1"/>
              </p:cNvSpPr>
              <p:nvPr userDrawn="1"/>
            </p:nvSpPr>
            <p:spPr bwMode="ltGray">
              <a:xfrm rot="4325343">
                <a:off x="575" y="380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81" name="Rectangle 37"/>
              <p:cNvSpPr>
                <a:spLocks noChangeArrowheads="1"/>
              </p:cNvSpPr>
              <p:nvPr userDrawn="1"/>
            </p:nvSpPr>
            <p:spPr bwMode="ltGray">
              <a:xfrm rot="3368036">
                <a:off x="799" y="3683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82" name="Rectangle 38"/>
              <p:cNvSpPr>
                <a:spLocks noChangeArrowheads="1"/>
              </p:cNvSpPr>
              <p:nvPr userDrawn="1"/>
            </p:nvSpPr>
            <p:spPr bwMode="ltGray">
              <a:xfrm rot="3368036">
                <a:off x="772" y="369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83" name="Rectangle 39"/>
              <p:cNvSpPr>
                <a:spLocks noChangeArrowheads="1"/>
              </p:cNvSpPr>
              <p:nvPr userDrawn="1"/>
            </p:nvSpPr>
            <p:spPr bwMode="ltGray">
              <a:xfrm rot="3368036">
                <a:off x="745" y="3717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84" name="Rectangle 40"/>
              <p:cNvSpPr>
                <a:spLocks noChangeArrowheads="1"/>
              </p:cNvSpPr>
              <p:nvPr userDrawn="1"/>
            </p:nvSpPr>
            <p:spPr bwMode="ltGray">
              <a:xfrm rot="3816889">
                <a:off x="717" y="37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85" name="Rectangle 41"/>
              <p:cNvSpPr>
                <a:spLocks noChangeArrowheads="1"/>
              </p:cNvSpPr>
              <p:nvPr userDrawn="1"/>
            </p:nvSpPr>
            <p:spPr bwMode="ltGray">
              <a:xfrm rot="2302266">
                <a:off x="923" y="358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86" name="Rectangle 42"/>
              <p:cNvSpPr>
                <a:spLocks noChangeArrowheads="1"/>
              </p:cNvSpPr>
              <p:nvPr userDrawn="1"/>
            </p:nvSpPr>
            <p:spPr bwMode="ltGray">
              <a:xfrm rot="2302266">
                <a:off x="899" y="360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87" name="Rectangle 43"/>
              <p:cNvSpPr>
                <a:spLocks noChangeArrowheads="1"/>
              </p:cNvSpPr>
              <p:nvPr userDrawn="1"/>
            </p:nvSpPr>
            <p:spPr bwMode="ltGray">
              <a:xfrm rot="2707562">
                <a:off x="876" y="36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88" name="Rectangle 44"/>
              <p:cNvSpPr>
                <a:spLocks noChangeArrowheads="1"/>
              </p:cNvSpPr>
              <p:nvPr userDrawn="1"/>
            </p:nvSpPr>
            <p:spPr bwMode="ltGray">
              <a:xfrm rot="2707562">
                <a:off x="850" y="364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89" name="Rectangle 45"/>
              <p:cNvSpPr>
                <a:spLocks noChangeArrowheads="1"/>
              </p:cNvSpPr>
              <p:nvPr userDrawn="1"/>
            </p:nvSpPr>
            <p:spPr bwMode="ltGray">
              <a:xfrm rot="1525830">
                <a:off x="1027" y="3473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90" name="Rectangle 46"/>
              <p:cNvSpPr>
                <a:spLocks noChangeArrowheads="1"/>
              </p:cNvSpPr>
              <p:nvPr userDrawn="1"/>
            </p:nvSpPr>
            <p:spPr bwMode="ltGray">
              <a:xfrm rot="1525830">
                <a:off x="1009" y="349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91" name="Rectangle 47"/>
              <p:cNvSpPr>
                <a:spLocks noChangeArrowheads="1"/>
              </p:cNvSpPr>
              <p:nvPr userDrawn="1"/>
            </p:nvSpPr>
            <p:spPr bwMode="ltGray">
              <a:xfrm rot="1788117">
                <a:off x="990" y="351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92" name="Rectangle 48"/>
              <p:cNvSpPr>
                <a:spLocks noChangeArrowheads="1"/>
              </p:cNvSpPr>
              <p:nvPr userDrawn="1"/>
            </p:nvSpPr>
            <p:spPr bwMode="ltGray">
              <a:xfrm rot="1788117">
                <a:off x="969" y="354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93" name="Rectangle 49"/>
              <p:cNvSpPr>
                <a:spLocks noChangeArrowheads="1"/>
              </p:cNvSpPr>
              <p:nvPr userDrawn="1"/>
            </p:nvSpPr>
            <p:spPr bwMode="ltGray">
              <a:xfrm rot="841630">
                <a:off x="1113" y="335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94" name="Rectangle 50"/>
              <p:cNvSpPr>
                <a:spLocks noChangeArrowheads="1"/>
              </p:cNvSpPr>
              <p:nvPr userDrawn="1"/>
            </p:nvSpPr>
            <p:spPr bwMode="ltGray">
              <a:xfrm rot="841630">
                <a:off x="1100" y="337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95" name="Rectangle 51"/>
              <p:cNvSpPr>
                <a:spLocks noChangeArrowheads="1"/>
              </p:cNvSpPr>
              <p:nvPr userDrawn="1"/>
            </p:nvSpPr>
            <p:spPr bwMode="ltGray">
              <a:xfrm rot="1308689">
                <a:off x="1086" y="3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96" name="Rectangle 52"/>
              <p:cNvSpPr>
                <a:spLocks noChangeArrowheads="1"/>
              </p:cNvSpPr>
              <p:nvPr userDrawn="1"/>
            </p:nvSpPr>
            <p:spPr bwMode="ltGray">
              <a:xfrm rot="1308689">
                <a:off x="1064" y="342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97" name="Rectangle 53"/>
              <p:cNvSpPr>
                <a:spLocks noChangeArrowheads="1"/>
              </p:cNvSpPr>
              <p:nvPr userDrawn="1"/>
            </p:nvSpPr>
            <p:spPr bwMode="ltGray">
              <a:xfrm rot="469913">
                <a:off x="1172" y="3225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98" name="Rectangle 54"/>
              <p:cNvSpPr>
                <a:spLocks noChangeArrowheads="1"/>
              </p:cNvSpPr>
              <p:nvPr userDrawn="1"/>
            </p:nvSpPr>
            <p:spPr bwMode="ltGray">
              <a:xfrm rot="559869">
                <a:off x="1162" y="325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399" name="Rectangle 55"/>
              <p:cNvSpPr>
                <a:spLocks noChangeArrowheads="1"/>
              </p:cNvSpPr>
              <p:nvPr userDrawn="1"/>
            </p:nvSpPr>
            <p:spPr bwMode="ltGray">
              <a:xfrm rot="734079">
                <a:off x="1154" y="327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00" name="Rectangle 56"/>
              <p:cNvSpPr>
                <a:spLocks noChangeArrowheads="1"/>
              </p:cNvSpPr>
              <p:nvPr userDrawn="1"/>
            </p:nvSpPr>
            <p:spPr bwMode="ltGray">
              <a:xfrm rot="734079">
                <a:off x="1141" y="330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01" name="Rectangle 57"/>
              <p:cNvSpPr>
                <a:spLocks noChangeArrowheads="1"/>
              </p:cNvSpPr>
              <p:nvPr userDrawn="1"/>
            </p:nvSpPr>
            <p:spPr bwMode="ltGray">
              <a:xfrm rot="-293905">
                <a:off x="1211" y="309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02" name="Rectangle 58"/>
              <p:cNvSpPr>
                <a:spLocks noChangeArrowheads="1"/>
              </p:cNvSpPr>
              <p:nvPr userDrawn="1"/>
            </p:nvSpPr>
            <p:spPr bwMode="ltGray">
              <a:xfrm rot="-8">
                <a:off x="1201" y="312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03" name="Rectangle 59"/>
              <p:cNvSpPr>
                <a:spLocks noChangeArrowheads="1"/>
              </p:cNvSpPr>
              <p:nvPr userDrawn="1"/>
            </p:nvSpPr>
            <p:spPr bwMode="ltGray">
              <a:xfrm rot="-8">
                <a:off x="1200" y="3147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04" name="Rectangle 60"/>
              <p:cNvSpPr>
                <a:spLocks noChangeArrowheads="1"/>
              </p:cNvSpPr>
              <p:nvPr userDrawn="1"/>
            </p:nvSpPr>
            <p:spPr bwMode="ltGray">
              <a:xfrm rot="214188">
                <a:off x="1189" y="31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05" name="Rectangle 61"/>
              <p:cNvSpPr>
                <a:spLocks noChangeArrowheads="1"/>
              </p:cNvSpPr>
              <p:nvPr userDrawn="1"/>
            </p:nvSpPr>
            <p:spPr bwMode="ltGray">
              <a:xfrm rot="-682388">
                <a:off x="1219" y="296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06" name="Rectangle 62"/>
              <p:cNvSpPr>
                <a:spLocks noChangeArrowheads="1"/>
              </p:cNvSpPr>
              <p:nvPr userDrawn="1"/>
            </p:nvSpPr>
            <p:spPr bwMode="ltGray">
              <a:xfrm rot="-480400">
                <a:off x="1220" y="2991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07" name="Rectangle 63"/>
              <p:cNvSpPr>
                <a:spLocks noChangeArrowheads="1"/>
              </p:cNvSpPr>
              <p:nvPr userDrawn="1"/>
            </p:nvSpPr>
            <p:spPr bwMode="ltGray">
              <a:xfrm rot="-480400">
                <a:off x="1220" y="30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08" name="Rectangle 64"/>
              <p:cNvSpPr>
                <a:spLocks noChangeArrowheads="1"/>
              </p:cNvSpPr>
              <p:nvPr userDrawn="1"/>
            </p:nvSpPr>
            <p:spPr bwMode="ltGray">
              <a:xfrm rot="-270546">
                <a:off x="1219" y="30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09" name="Rectangle 65"/>
              <p:cNvSpPr>
                <a:spLocks noChangeArrowheads="1"/>
              </p:cNvSpPr>
              <p:nvPr userDrawn="1"/>
            </p:nvSpPr>
            <p:spPr bwMode="ltGray">
              <a:xfrm rot="-1132286">
                <a:off x="1207" y="2843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10" name="Rectangle 66"/>
              <p:cNvSpPr>
                <a:spLocks noChangeArrowheads="1"/>
              </p:cNvSpPr>
              <p:nvPr userDrawn="1"/>
            </p:nvSpPr>
            <p:spPr bwMode="ltGray">
              <a:xfrm rot="-969272">
                <a:off x="1213" y="286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11" name="Rectangle 67"/>
              <p:cNvSpPr>
                <a:spLocks noChangeArrowheads="1"/>
              </p:cNvSpPr>
              <p:nvPr userDrawn="1"/>
            </p:nvSpPr>
            <p:spPr bwMode="ltGray">
              <a:xfrm rot="-969272">
                <a:off x="1216" y="288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12" name="Rectangle 68"/>
              <p:cNvSpPr>
                <a:spLocks noChangeArrowheads="1"/>
              </p:cNvSpPr>
              <p:nvPr userDrawn="1"/>
            </p:nvSpPr>
            <p:spPr bwMode="ltGray">
              <a:xfrm rot="-806259">
                <a:off x="1219" y="29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13" name="Rectangle 69"/>
              <p:cNvSpPr>
                <a:spLocks noChangeArrowheads="1"/>
              </p:cNvSpPr>
              <p:nvPr userDrawn="1"/>
            </p:nvSpPr>
            <p:spPr bwMode="ltGray">
              <a:xfrm rot="-1543941">
                <a:off x="1165" y="272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14" name="Rectangle 70"/>
              <p:cNvSpPr>
                <a:spLocks noChangeArrowheads="1"/>
              </p:cNvSpPr>
              <p:nvPr userDrawn="1"/>
            </p:nvSpPr>
            <p:spPr bwMode="ltGray">
              <a:xfrm rot="-1341953">
                <a:off x="1176" y="2752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15" name="Rectangle 71"/>
              <p:cNvSpPr>
                <a:spLocks noChangeArrowheads="1"/>
              </p:cNvSpPr>
              <p:nvPr userDrawn="1"/>
            </p:nvSpPr>
            <p:spPr bwMode="ltGray">
              <a:xfrm rot="-1341953">
                <a:off x="1184" y="277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16" name="Rectangle 72"/>
              <p:cNvSpPr>
                <a:spLocks noChangeArrowheads="1"/>
              </p:cNvSpPr>
              <p:nvPr userDrawn="1"/>
            </p:nvSpPr>
            <p:spPr bwMode="ltGray">
              <a:xfrm rot="-1341953">
                <a:off x="1194" y="279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17" name="Rectangle 73"/>
              <p:cNvSpPr>
                <a:spLocks noChangeArrowheads="1"/>
              </p:cNvSpPr>
              <p:nvPr userDrawn="1"/>
            </p:nvSpPr>
            <p:spPr bwMode="ltGray">
              <a:xfrm rot="-1928746">
                <a:off x="1101" y="262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18" name="Rectangle 74"/>
              <p:cNvSpPr>
                <a:spLocks noChangeArrowheads="1"/>
              </p:cNvSpPr>
              <p:nvPr userDrawn="1"/>
            </p:nvSpPr>
            <p:spPr bwMode="ltGray">
              <a:xfrm rot="-1844175">
                <a:off x="1114" y="264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19" name="Rectangle 75"/>
              <p:cNvSpPr>
                <a:spLocks noChangeArrowheads="1"/>
              </p:cNvSpPr>
              <p:nvPr userDrawn="1"/>
            </p:nvSpPr>
            <p:spPr bwMode="ltGray">
              <a:xfrm rot="-1752383">
                <a:off x="1129" y="266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20" name="Rectangle 76"/>
              <p:cNvSpPr>
                <a:spLocks noChangeArrowheads="1"/>
              </p:cNvSpPr>
              <p:nvPr userDrawn="1"/>
            </p:nvSpPr>
            <p:spPr bwMode="ltGray">
              <a:xfrm rot="-1752383">
                <a:off x="1142" y="268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21" name="Rectangle 77"/>
              <p:cNvSpPr>
                <a:spLocks noChangeArrowheads="1"/>
              </p:cNvSpPr>
              <p:nvPr userDrawn="1"/>
            </p:nvSpPr>
            <p:spPr bwMode="ltGray">
              <a:xfrm rot="-2466736">
                <a:off x="1014" y="253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22" name="Rectangle 78"/>
              <p:cNvSpPr>
                <a:spLocks noChangeArrowheads="1"/>
              </p:cNvSpPr>
              <p:nvPr userDrawn="1"/>
            </p:nvSpPr>
            <p:spPr bwMode="ltGray">
              <a:xfrm rot="-2466736">
                <a:off x="1035" y="255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23" name="Rectangle 79"/>
              <p:cNvSpPr>
                <a:spLocks noChangeArrowheads="1"/>
              </p:cNvSpPr>
              <p:nvPr userDrawn="1"/>
            </p:nvSpPr>
            <p:spPr bwMode="ltGray">
              <a:xfrm rot="-2466736">
                <a:off x="1050" y="257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24" name="Rectangle 80"/>
              <p:cNvSpPr>
                <a:spLocks noChangeArrowheads="1"/>
              </p:cNvSpPr>
              <p:nvPr userDrawn="1"/>
            </p:nvSpPr>
            <p:spPr bwMode="ltGray">
              <a:xfrm rot="-2342866">
                <a:off x="1068" y="2590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25" name="Freeform 81"/>
              <p:cNvSpPr>
                <a:spLocks/>
              </p:cNvSpPr>
              <p:nvPr userDrawn="1"/>
            </p:nvSpPr>
            <p:spPr bwMode="ltGray">
              <a:xfrm>
                <a:off x="486" y="2563"/>
                <a:ext cx="180" cy="151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28" y="147"/>
                  </a:cxn>
                  <a:cxn ang="0">
                    <a:pos x="64" y="46"/>
                  </a:cxn>
                  <a:cxn ang="0">
                    <a:pos x="94" y="151"/>
                  </a:cxn>
                  <a:cxn ang="0">
                    <a:pos x="129" y="151"/>
                  </a:cxn>
                  <a:cxn ang="0">
                    <a:pos x="180" y="9"/>
                  </a:cxn>
                  <a:cxn ang="0">
                    <a:pos x="148" y="10"/>
                  </a:cxn>
                  <a:cxn ang="0">
                    <a:pos x="112" y="112"/>
                  </a:cxn>
                  <a:cxn ang="0">
                    <a:pos x="79" y="0"/>
                  </a:cxn>
                  <a:cxn ang="0">
                    <a:pos x="48" y="0"/>
                  </a:cxn>
                  <a:cxn ang="0">
                    <a:pos x="0" y="144"/>
                  </a:cxn>
                </a:cxnLst>
                <a:rect l="0" t="0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426" name="Rectangle 82"/>
              <p:cNvSpPr>
                <a:spLocks noChangeArrowheads="1"/>
              </p:cNvSpPr>
              <p:nvPr userDrawn="1"/>
            </p:nvSpPr>
            <p:spPr bwMode="ltGray">
              <a:xfrm rot="6575641">
                <a:off x="-217" y="3138"/>
                <a:ext cx="122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27" name="Rectangle 83"/>
              <p:cNvSpPr>
                <a:spLocks noChangeArrowheads="1"/>
              </p:cNvSpPr>
              <p:nvPr userDrawn="1"/>
            </p:nvSpPr>
            <p:spPr bwMode="ltGray">
              <a:xfrm rot="238799">
                <a:off x="4" y="3146"/>
                <a:ext cx="103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28" name="Rectangle 84"/>
              <p:cNvSpPr>
                <a:spLocks noChangeArrowheads="1"/>
              </p:cNvSpPr>
              <p:nvPr userDrawn="1"/>
            </p:nvSpPr>
            <p:spPr bwMode="ltGray">
              <a:xfrm rot="-2957028">
                <a:off x="907" y="24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29" name="Rectangle 85"/>
              <p:cNvSpPr>
                <a:spLocks noChangeArrowheads="1"/>
              </p:cNvSpPr>
              <p:nvPr userDrawn="1"/>
            </p:nvSpPr>
            <p:spPr bwMode="ltGray">
              <a:xfrm rot="-2957028">
                <a:off x="930" y="248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30" name="Rectangle 86"/>
              <p:cNvSpPr>
                <a:spLocks noChangeArrowheads="1"/>
              </p:cNvSpPr>
              <p:nvPr userDrawn="1"/>
            </p:nvSpPr>
            <p:spPr bwMode="ltGray">
              <a:xfrm rot="-2957028">
                <a:off x="954" y="249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31" name="Rectangle 87"/>
              <p:cNvSpPr>
                <a:spLocks noChangeArrowheads="1"/>
              </p:cNvSpPr>
              <p:nvPr userDrawn="1"/>
            </p:nvSpPr>
            <p:spPr bwMode="ltGray">
              <a:xfrm rot="-2661033">
                <a:off x="974" y="2509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32" name="Rectangle 88"/>
              <p:cNvSpPr>
                <a:spLocks noChangeArrowheads="1"/>
              </p:cNvSpPr>
              <p:nvPr userDrawn="1"/>
            </p:nvSpPr>
            <p:spPr bwMode="ltGray">
              <a:xfrm rot="-3638503">
                <a:off x="788" y="242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33" name="Rectangle 89"/>
              <p:cNvSpPr>
                <a:spLocks noChangeArrowheads="1"/>
              </p:cNvSpPr>
              <p:nvPr userDrawn="1"/>
            </p:nvSpPr>
            <p:spPr bwMode="ltGray">
              <a:xfrm rot="-3638503">
                <a:off x="815" y="243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34" name="Rectangle 90"/>
              <p:cNvSpPr>
                <a:spLocks noChangeArrowheads="1"/>
              </p:cNvSpPr>
              <p:nvPr userDrawn="1"/>
            </p:nvSpPr>
            <p:spPr bwMode="ltGray">
              <a:xfrm rot="-3514633">
                <a:off x="837" y="24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35" name="Rectangle 91"/>
              <p:cNvSpPr>
                <a:spLocks noChangeArrowheads="1"/>
              </p:cNvSpPr>
              <p:nvPr userDrawn="1"/>
            </p:nvSpPr>
            <p:spPr bwMode="ltGray">
              <a:xfrm rot="-3220799">
                <a:off x="862" y="245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36" name="Rectangle 92"/>
              <p:cNvSpPr>
                <a:spLocks noChangeArrowheads="1"/>
              </p:cNvSpPr>
              <p:nvPr userDrawn="1"/>
            </p:nvSpPr>
            <p:spPr bwMode="ltGray">
              <a:xfrm rot="-4338250">
                <a:off x="649" y="239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37" name="Rectangle 93"/>
              <p:cNvSpPr>
                <a:spLocks noChangeArrowheads="1"/>
              </p:cNvSpPr>
              <p:nvPr userDrawn="1"/>
            </p:nvSpPr>
            <p:spPr bwMode="ltGray">
              <a:xfrm rot="-4250359">
                <a:off x="677" y="240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38" name="Rectangle 94"/>
              <p:cNvSpPr>
                <a:spLocks noChangeArrowheads="1"/>
              </p:cNvSpPr>
              <p:nvPr userDrawn="1"/>
            </p:nvSpPr>
            <p:spPr bwMode="ltGray">
              <a:xfrm rot="-4250359">
                <a:off x="707" y="2407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39" name="Rectangle 95"/>
              <p:cNvSpPr>
                <a:spLocks noChangeArrowheads="1"/>
              </p:cNvSpPr>
              <p:nvPr userDrawn="1"/>
            </p:nvSpPr>
            <p:spPr bwMode="ltGray">
              <a:xfrm rot="-3989246">
                <a:off x="737" y="2411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40" name="Rectangle 96"/>
              <p:cNvSpPr>
                <a:spLocks noChangeArrowheads="1"/>
              </p:cNvSpPr>
              <p:nvPr userDrawn="1"/>
            </p:nvSpPr>
            <p:spPr bwMode="ltGray">
              <a:xfrm rot="-4862215">
                <a:off x="503" y="239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41" name="Rectangle 97"/>
              <p:cNvSpPr>
                <a:spLocks noChangeArrowheads="1"/>
              </p:cNvSpPr>
              <p:nvPr userDrawn="1"/>
            </p:nvSpPr>
            <p:spPr bwMode="ltGray">
              <a:xfrm rot="-4673370">
                <a:off x="533" y="239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42" name="Rectangle 98"/>
              <p:cNvSpPr>
                <a:spLocks noChangeArrowheads="1"/>
              </p:cNvSpPr>
              <p:nvPr userDrawn="1"/>
            </p:nvSpPr>
            <p:spPr bwMode="ltGray">
              <a:xfrm rot="-4646721">
                <a:off x="563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43" name="Rectangle 99"/>
              <p:cNvSpPr>
                <a:spLocks noChangeArrowheads="1"/>
              </p:cNvSpPr>
              <p:nvPr userDrawn="1"/>
            </p:nvSpPr>
            <p:spPr bwMode="ltGray">
              <a:xfrm rot="-4580623">
                <a:off x="594" y="2391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44" name="Rectangle 100"/>
              <p:cNvSpPr>
                <a:spLocks noChangeArrowheads="1"/>
              </p:cNvSpPr>
              <p:nvPr userDrawn="1"/>
            </p:nvSpPr>
            <p:spPr bwMode="ltGray">
              <a:xfrm rot="-5195129">
                <a:off x="355" y="241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45" name="Rectangle 101"/>
              <p:cNvSpPr>
                <a:spLocks noChangeArrowheads="1"/>
              </p:cNvSpPr>
              <p:nvPr userDrawn="1"/>
            </p:nvSpPr>
            <p:spPr bwMode="ltGray">
              <a:xfrm rot="-5360484">
                <a:off x="385" y="240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46" name="Rectangle 102"/>
              <p:cNvSpPr>
                <a:spLocks noChangeArrowheads="1"/>
              </p:cNvSpPr>
              <p:nvPr userDrawn="1"/>
            </p:nvSpPr>
            <p:spPr bwMode="ltGray">
              <a:xfrm rot="-5288939">
                <a:off x="418" y="240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47" name="Rectangle 103"/>
              <p:cNvSpPr>
                <a:spLocks noChangeArrowheads="1"/>
              </p:cNvSpPr>
              <p:nvPr userDrawn="1"/>
            </p:nvSpPr>
            <p:spPr bwMode="ltGray">
              <a:xfrm rot="-5164854">
                <a:off x="449" y="2400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48" name="Rectangle 104"/>
              <p:cNvSpPr>
                <a:spLocks noChangeArrowheads="1"/>
              </p:cNvSpPr>
              <p:nvPr userDrawn="1"/>
            </p:nvSpPr>
            <p:spPr bwMode="ltGray">
              <a:xfrm rot="-6132163">
                <a:off x="206" y="245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49" name="Rectangle 105"/>
              <p:cNvSpPr>
                <a:spLocks noChangeArrowheads="1"/>
              </p:cNvSpPr>
              <p:nvPr userDrawn="1"/>
            </p:nvSpPr>
            <p:spPr bwMode="ltGray">
              <a:xfrm rot="-6220433">
                <a:off x="237" y="24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50" name="Rectangle 106"/>
              <p:cNvSpPr>
                <a:spLocks noChangeArrowheads="1"/>
              </p:cNvSpPr>
              <p:nvPr userDrawn="1"/>
            </p:nvSpPr>
            <p:spPr bwMode="ltGray">
              <a:xfrm rot="-6110943">
                <a:off x="266" y="243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51" name="Rectangle 107"/>
              <p:cNvSpPr>
                <a:spLocks noChangeArrowheads="1"/>
              </p:cNvSpPr>
              <p:nvPr userDrawn="1"/>
            </p:nvSpPr>
            <p:spPr bwMode="ltGray">
              <a:xfrm rot="-5919570">
                <a:off x="292" y="242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52" name="Rectangle 108"/>
              <p:cNvSpPr>
                <a:spLocks noChangeArrowheads="1"/>
              </p:cNvSpPr>
              <p:nvPr userDrawn="1"/>
            </p:nvSpPr>
            <p:spPr bwMode="ltGray">
              <a:xfrm rot="-7376291">
                <a:off x="5" y="254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53" name="Rectangle 109"/>
              <p:cNvSpPr>
                <a:spLocks noChangeArrowheads="1"/>
              </p:cNvSpPr>
              <p:nvPr userDrawn="1"/>
            </p:nvSpPr>
            <p:spPr bwMode="ltGray">
              <a:xfrm rot="-7168347">
                <a:off x="64" y="2517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54" name="Rectangle 110"/>
              <p:cNvSpPr>
                <a:spLocks noChangeArrowheads="1"/>
              </p:cNvSpPr>
              <p:nvPr userDrawn="1"/>
            </p:nvSpPr>
            <p:spPr bwMode="ltGray">
              <a:xfrm rot="-6802416">
                <a:off x="92" y="250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55" name="Rectangle 111"/>
              <p:cNvSpPr>
                <a:spLocks noChangeArrowheads="1"/>
              </p:cNvSpPr>
              <p:nvPr userDrawn="1"/>
            </p:nvSpPr>
            <p:spPr bwMode="ltGray">
              <a:xfrm rot="-6802416">
                <a:off x="119" y="249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56" name="Rectangle 112"/>
              <p:cNvSpPr>
                <a:spLocks noChangeArrowheads="1"/>
              </p:cNvSpPr>
              <p:nvPr userDrawn="1"/>
            </p:nvSpPr>
            <p:spPr bwMode="ltGray">
              <a:xfrm rot="-6457704">
                <a:off x="150" y="247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57" name="Rectangle 113"/>
              <p:cNvSpPr>
                <a:spLocks noChangeArrowheads="1"/>
              </p:cNvSpPr>
              <p:nvPr userDrawn="1"/>
            </p:nvSpPr>
            <p:spPr bwMode="ltGray">
              <a:xfrm rot="-1876771">
                <a:off x="0" y="336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58" name="Rectangle 114"/>
              <p:cNvSpPr>
                <a:spLocks noChangeArrowheads="1"/>
              </p:cNvSpPr>
              <p:nvPr userDrawn="1"/>
            </p:nvSpPr>
            <p:spPr bwMode="ltGray">
              <a:xfrm rot="3283992">
                <a:off x="511" y="347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59" name="Rectangle 115"/>
              <p:cNvSpPr>
                <a:spLocks noChangeArrowheads="1"/>
              </p:cNvSpPr>
              <p:nvPr userDrawn="1"/>
            </p:nvSpPr>
            <p:spPr bwMode="ltGray">
              <a:xfrm rot="3283992">
                <a:off x="35" y="279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60" name="Rectangle 116"/>
              <p:cNvSpPr>
                <a:spLocks noChangeArrowheads="1"/>
              </p:cNvSpPr>
              <p:nvPr userDrawn="1"/>
            </p:nvSpPr>
            <p:spPr bwMode="ltGray">
              <a:xfrm rot="-1876771">
                <a:off x="700" y="2851"/>
                <a:ext cx="31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61" name="Rectangle 117"/>
              <p:cNvSpPr>
                <a:spLocks noChangeArrowheads="1"/>
              </p:cNvSpPr>
              <p:nvPr userDrawn="1"/>
            </p:nvSpPr>
            <p:spPr bwMode="ltGray">
              <a:xfrm rot="5908516">
                <a:off x="200" y="3915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62" name="Rectangle 118"/>
              <p:cNvSpPr>
                <a:spLocks noChangeArrowheads="1"/>
              </p:cNvSpPr>
              <p:nvPr userDrawn="1"/>
            </p:nvSpPr>
            <p:spPr bwMode="ltGray">
              <a:xfrm rot="6683973">
                <a:off x="45" y="3915"/>
                <a:ext cx="144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63" name="Rectangle 119"/>
              <p:cNvSpPr>
                <a:spLocks noChangeArrowheads="1"/>
              </p:cNvSpPr>
              <p:nvPr userDrawn="1"/>
            </p:nvSpPr>
            <p:spPr bwMode="ltGray">
              <a:xfrm rot="5245609">
                <a:off x="361" y="389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64" name="Rectangle 120"/>
              <p:cNvSpPr>
                <a:spLocks noChangeArrowheads="1"/>
              </p:cNvSpPr>
              <p:nvPr userDrawn="1"/>
            </p:nvSpPr>
            <p:spPr bwMode="ltGray">
              <a:xfrm rot="4500520">
                <a:off x="522" y="3847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65" name="Rectangle 121"/>
              <p:cNvSpPr>
                <a:spLocks noChangeArrowheads="1"/>
              </p:cNvSpPr>
              <p:nvPr userDrawn="1"/>
            </p:nvSpPr>
            <p:spPr bwMode="ltGray">
              <a:xfrm rot="3805227">
                <a:off x="670" y="377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66" name="Rectangle 122"/>
              <p:cNvSpPr>
                <a:spLocks noChangeArrowheads="1"/>
              </p:cNvSpPr>
              <p:nvPr userDrawn="1"/>
            </p:nvSpPr>
            <p:spPr bwMode="ltGray">
              <a:xfrm rot="3060138">
                <a:off x="813" y="368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67" name="Rectangle 123"/>
              <p:cNvSpPr>
                <a:spLocks noChangeArrowheads="1"/>
              </p:cNvSpPr>
              <p:nvPr userDrawn="1"/>
            </p:nvSpPr>
            <p:spPr bwMode="ltGray">
              <a:xfrm rot="2090281">
                <a:off x="938" y="3582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68" name="Rectangle 124"/>
              <p:cNvSpPr>
                <a:spLocks noChangeArrowheads="1"/>
              </p:cNvSpPr>
              <p:nvPr userDrawn="1"/>
            </p:nvSpPr>
            <p:spPr bwMode="ltGray">
              <a:xfrm rot="-7168347">
                <a:off x="-18" y="2506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69" name="Rectangle 125"/>
              <p:cNvSpPr>
                <a:spLocks noChangeArrowheads="1"/>
              </p:cNvSpPr>
              <p:nvPr userDrawn="1"/>
            </p:nvSpPr>
            <p:spPr bwMode="ltGray">
              <a:xfrm rot="-6406501">
                <a:off x="136" y="243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70" name="Rectangle 126"/>
              <p:cNvSpPr>
                <a:spLocks noChangeArrowheads="1"/>
              </p:cNvSpPr>
              <p:nvPr userDrawn="1"/>
            </p:nvSpPr>
            <p:spPr bwMode="ltGray">
              <a:xfrm rot="-4970620">
                <a:off x="447" y="2364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71" name="Rectangle 127"/>
              <p:cNvSpPr>
                <a:spLocks noChangeArrowheads="1"/>
              </p:cNvSpPr>
              <p:nvPr userDrawn="1"/>
            </p:nvSpPr>
            <p:spPr bwMode="ltGray">
              <a:xfrm rot="-4298502">
                <a:off x="597" y="2360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72" name="Rectangle 128"/>
              <p:cNvSpPr>
                <a:spLocks noChangeArrowheads="1"/>
              </p:cNvSpPr>
              <p:nvPr userDrawn="1"/>
            </p:nvSpPr>
            <p:spPr bwMode="ltGray">
              <a:xfrm rot="-3676305">
                <a:off x="739" y="2386"/>
                <a:ext cx="15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73" name="Rectangle 129"/>
              <p:cNvSpPr>
                <a:spLocks noChangeArrowheads="1"/>
              </p:cNvSpPr>
              <p:nvPr userDrawn="1"/>
            </p:nvSpPr>
            <p:spPr bwMode="ltGray">
              <a:xfrm rot="-3188616">
                <a:off x="869" y="24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74" name="Rectangle 130"/>
              <p:cNvSpPr>
                <a:spLocks noChangeArrowheads="1"/>
              </p:cNvSpPr>
              <p:nvPr userDrawn="1"/>
            </p:nvSpPr>
            <p:spPr bwMode="ltGray">
              <a:xfrm rot="-2610246">
                <a:off x="984" y="2497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75" name="Rectangle 131"/>
              <p:cNvSpPr>
                <a:spLocks noChangeArrowheads="1"/>
              </p:cNvSpPr>
              <p:nvPr userDrawn="1"/>
            </p:nvSpPr>
            <p:spPr bwMode="ltGray">
              <a:xfrm rot="-2190008">
                <a:off x="1075" y="2585"/>
                <a:ext cx="17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76" name="Rectangle 132"/>
              <p:cNvSpPr>
                <a:spLocks noChangeArrowheads="1"/>
              </p:cNvSpPr>
              <p:nvPr userDrawn="1"/>
            </p:nvSpPr>
            <p:spPr bwMode="ltGray">
              <a:xfrm rot="-1728558">
                <a:off x="1147" y="2688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77" name="Rectangle 133"/>
              <p:cNvSpPr>
                <a:spLocks noChangeArrowheads="1"/>
              </p:cNvSpPr>
              <p:nvPr userDrawn="1"/>
            </p:nvSpPr>
            <p:spPr bwMode="ltGray">
              <a:xfrm rot="-1172118">
                <a:off x="1198" y="2805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78" name="Rectangle 134"/>
              <p:cNvSpPr>
                <a:spLocks noChangeArrowheads="1"/>
              </p:cNvSpPr>
              <p:nvPr userDrawn="1"/>
            </p:nvSpPr>
            <p:spPr bwMode="ltGray">
              <a:xfrm rot="-753845">
                <a:off x="1218" y="29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79" name="Rectangle 135"/>
              <p:cNvSpPr>
                <a:spLocks noChangeArrowheads="1"/>
              </p:cNvSpPr>
              <p:nvPr userDrawn="1"/>
            </p:nvSpPr>
            <p:spPr bwMode="ltGray">
              <a:xfrm rot="-287823">
                <a:off x="1213" y="3066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80" name="Rectangle 136"/>
              <p:cNvSpPr>
                <a:spLocks noChangeArrowheads="1"/>
              </p:cNvSpPr>
              <p:nvPr userDrawn="1"/>
            </p:nvSpPr>
            <p:spPr bwMode="ltGray">
              <a:xfrm rot="696741">
                <a:off x="1126" y="3337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81" name="Rectangle 137"/>
              <p:cNvSpPr>
                <a:spLocks noChangeArrowheads="1"/>
              </p:cNvSpPr>
              <p:nvPr userDrawn="1"/>
            </p:nvSpPr>
            <p:spPr bwMode="ltGray">
              <a:xfrm rot="1529990">
                <a:off x="1041" y="3465"/>
                <a:ext cx="140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82" name="Freeform 138"/>
              <p:cNvSpPr>
                <a:spLocks/>
              </p:cNvSpPr>
              <p:nvPr userDrawn="1"/>
            </p:nvSpPr>
            <p:spPr bwMode="ltGray">
              <a:xfrm>
                <a:off x="850" y="3136"/>
                <a:ext cx="204" cy="120"/>
              </a:xfrm>
              <a:custGeom>
                <a:avLst/>
                <a:gdLst/>
                <a:ahLst/>
                <a:cxnLst>
                  <a:cxn ang="0">
                    <a:pos x="168" y="120"/>
                  </a:cxn>
                  <a:cxn ang="0">
                    <a:pos x="204" y="12"/>
                  </a:cxn>
                  <a:cxn ang="0">
                    <a:pos x="42" y="0"/>
                  </a:cxn>
                  <a:cxn ang="0">
                    <a:pos x="0" y="108"/>
                  </a:cxn>
                  <a:cxn ang="0">
                    <a:pos x="30" y="114"/>
                  </a:cxn>
                  <a:cxn ang="0">
                    <a:pos x="60" y="30"/>
                  </a:cxn>
                  <a:cxn ang="0">
                    <a:pos x="102" y="36"/>
                  </a:cxn>
                  <a:cxn ang="0">
                    <a:pos x="78" y="108"/>
                  </a:cxn>
                  <a:cxn ang="0">
                    <a:pos x="102" y="108"/>
                  </a:cxn>
                  <a:cxn ang="0">
                    <a:pos x="132" y="36"/>
                  </a:cxn>
                  <a:cxn ang="0">
                    <a:pos x="162" y="36"/>
                  </a:cxn>
                  <a:cxn ang="0">
                    <a:pos x="138" y="114"/>
                  </a:cxn>
                  <a:cxn ang="0">
                    <a:pos x="168" y="120"/>
                  </a:cxn>
                </a:cxnLst>
                <a:rect l="0" t="0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483" name="Freeform 139"/>
              <p:cNvSpPr>
                <a:spLocks/>
              </p:cNvSpPr>
              <p:nvPr userDrawn="1"/>
            </p:nvSpPr>
            <p:spPr bwMode="ltGray">
              <a:xfrm>
                <a:off x="19" y="2722"/>
                <a:ext cx="90" cy="78"/>
              </a:xfrm>
              <a:custGeom>
                <a:avLst/>
                <a:gdLst/>
                <a:ahLst/>
                <a:cxnLst>
                  <a:cxn ang="0">
                    <a:pos x="66" y="36"/>
                  </a:cxn>
                  <a:cxn ang="0">
                    <a:pos x="66" y="36"/>
                  </a:cxn>
                  <a:cxn ang="0">
                    <a:pos x="18" y="24"/>
                  </a:cxn>
                  <a:cxn ang="0">
                    <a:pos x="0" y="30"/>
                  </a:cxn>
                  <a:cxn ang="0">
                    <a:pos x="36" y="78"/>
                  </a:cxn>
                  <a:cxn ang="0">
                    <a:pos x="48" y="72"/>
                  </a:cxn>
                  <a:cxn ang="0">
                    <a:pos x="24" y="36"/>
                  </a:cxn>
                  <a:cxn ang="0">
                    <a:pos x="24" y="36"/>
                  </a:cxn>
                  <a:cxn ang="0">
                    <a:pos x="72" y="54"/>
                  </a:cxn>
                  <a:cxn ang="0">
                    <a:pos x="90" y="42"/>
                  </a:cxn>
                  <a:cxn ang="0">
                    <a:pos x="54" y="0"/>
                  </a:cxn>
                  <a:cxn ang="0">
                    <a:pos x="42" y="6"/>
                  </a:cxn>
                  <a:cxn ang="0">
                    <a:pos x="66" y="36"/>
                  </a:cxn>
                </a:cxnLst>
                <a:rect l="0" t="0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484" name="Freeform 140"/>
              <p:cNvSpPr>
                <a:spLocks/>
              </p:cNvSpPr>
              <p:nvPr userDrawn="1"/>
            </p:nvSpPr>
            <p:spPr bwMode="ltGray">
              <a:xfrm>
                <a:off x="97" y="2651"/>
                <a:ext cx="101" cy="89"/>
              </a:xfrm>
              <a:custGeom>
                <a:avLst/>
                <a:gdLst/>
                <a:ahLst/>
                <a:cxnLst>
                  <a:cxn ang="0">
                    <a:pos x="54" y="89"/>
                  </a:cxn>
                  <a:cxn ang="0">
                    <a:pos x="65" y="83"/>
                  </a:cxn>
                  <a:cxn ang="0">
                    <a:pos x="48" y="35"/>
                  </a:cxn>
                  <a:cxn ang="0">
                    <a:pos x="89" y="65"/>
                  </a:cxn>
                  <a:cxn ang="0">
                    <a:pos x="101" y="59"/>
                  </a:cxn>
                  <a:cxn ang="0">
                    <a:pos x="83" y="0"/>
                  </a:cxn>
                  <a:cxn ang="0">
                    <a:pos x="71" y="12"/>
                  </a:cxn>
                  <a:cxn ang="0">
                    <a:pos x="83" y="41"/>
                  </a:cxn>
                  <a:cxn ang="0">
                    <a:pos x="48" y="23"/>
                  </a:cxn>
                  <a:cxn ang="0">
                    <a:pos x="36" y="29"/>
                  </a:cxn>
                  <a:cxn ang="0">
                    <a:pos x="45" y="68"/>
                  </a:cxn>
                  <a:cxn ang="0">
                    <a:pos x="18" y="41"/>
                  </a:cxn>
                  <a:cxn ang="0">
                    <a:pos x="0" y="53"/>
                  </a:cxn>
                  <a:cxn ang="0">
                    <a:pos x="54" y="89"/>
                  </a:cxn>
                </a:cxnLst>
                <a:rect l="0" t="0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485" name="Freeform 141"/>
              <p:cNvSpPr>
                <a:spLocks/>
              </p:cNvSpPr>
              <p:nvPr userDrawn="1"/>
            </p:nvSpPr>
            <p:spPr bwMode="ltGray">
              <a:xfrm>
                <a:off x="677" y="3502"/>
                <a:ext cx="83" cy="78"/>
              </a:xfrm>
              <a:custGeom>
                <a:avLst/>
                <a:gdLst/>
                <a:ahLst/>
                <a:cxnLst>
                  <a:cxn ang="0">
                    <a:pos x="36" y="78"/>
                  </a:cxn>
                  <a:cxn ang="0">
                    <a:pos x="83" y="48"/>
                  </a:cxn>
                  <a:cxn ang="0">
                    <a:pos x="54" y="0"/>
                  </a:cxn>
                  <a:cxn ang="0">
                    <a:pos x="0" y="30"/>
                  </a:cxn>
                  <a:cxn ang="0">
                    <a:pos x="6" y="36"/>
                  </a:cxn>
                  <a:cxn ang="0">
                    <a:pos x="42" y="18"/>
                  </a:cxn>
                  <a:cxn ang="0">
                    <a:pos x="54" y="30"/>
                  </a:cxn>
                  <a:cxn ang="0">
                    <a:pos x="24" y="48"/>
                  </a:cxn>
                  <a:cxn ang="0">
                    <a:pos x="30" y="54"/>
                  </a:cxn>
                  <a:cxn ang="0">
                    <a:pos x="60" y="36"/>
                  </a:cxn>
                  <a:cxn ang="0">
                    <a:pos x="66" y="48"/>
                  </a:cxn>
                  <a:cxn ang="0">
                    <a:pos x="30" y="66"/>
                  </a:cxn>
                  <a:cxn ang="0">
                    <a:pos x="36" y="78"/>
                  </a:cxn>
                </a:cxnLst>
                <a:rect l="0" t="0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486" name="Freeform 142"/>
              <p:cNvSpPr>
                <a:spLocks/>
              </p:cNvSpPr>
              <p:nvPr userDrawn="1"/>
            </p:nvSpPr>
            <p:spPr bwMode="ltGray">
              <a:xfrm>
                <a:off x="940" y="2782"/>
                <a:ext cx="90" cy="72"/>
              </a:xfrm>
              <a:custGeom>
                <a:avLst/>
                <a:gdLst/>
                <a:ahLst/>
                <a:cxnLst>
                  <a:cxn ang="0">
                    <a:pos x="90" y="30"/>
                  </a:cxn>
                  <a:cxn ang="0">
                    <a:pos x="66" y="0"/>
                  </a:cxn>
                  <a:cxn ang="0">
                    <a:pos x="0" y="36"/>
                  </a:cxn>
                  <a:cxn ang="0">
                    <a:pos x="24" y="72"/>
                  </a:cxn>
                  <a:cxn ang="0">
                    <a:pos x="36" y="66"/>
                  </a:cxn>
                  <a:cxn ang="0">
                    <a:pos x="18" y="42"/>
                  </a:cxn>
                  <a:cxn ang="0">
                    <a:pos x="36" y="30"/>
                  </a:cxn>
                  <a:cxn ang="0">
                    <a:pos x="54" y="54"/>
                  </a:cxn>
                  <a:cxn ang="0">
                    <a:pos x="60" y="48"/>
                  </a:cxn>
                  <a:cxn ang="0">
                    <a:pos x="48" y="24"/>
                  </a:cxn>
                  <a:cxn ang="0">
                    <a:pos x="60" y="12"/>
                  </a:cxn>
                  <a:cxn ang="0">
                    <a:pos x="78" y="42"/>
                  </a:cxn>
                  <a:cxn ang="0">
                    <a:pos x="90" y="30"/>
                  </a:cxn>
                </a:cxnLst>
                <a:rect l="0" t="0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487" name="Freeform 143"/>
              <p:cNvSpPr>
                <a:spLocks/>
              </p:cNvSpPr>
              <p:nvPr userDrawn="1"/>
            </p:nvSpPr>
            <p:spPr bwMode="ltGray">
              <a:xfrm>
                <a:off x="898" y="2716"/>
                <a:ext cx="90" cy="84"/>
              </a:xfrm>
              <a:custGeom>
                <a:avLst/>
                <a:gdLst/>
                <a:ahLst/>
                <a:cxnLst>
                  <a:cxn ang="0">
                    <a:pos x="42" y="60"/>
                  </a:cxn>
                  <a:cxn ang="0">
                    <a:pos x="42" y="60"/>
                  </a:cxn>
                  <a:cxn ang="0">
                    <a:pos x="72" y="12"/>
                  </a:cxn>
                  <a:cxn ang="0">
                    <a:pos x="66" y="0"/>
                  </a:cxn>
                  <a:cxn ang="0">
                    <a:pos x="0" y="42"/>
                  </a:cxn>
                  <a:cxn ang="0">
                    <a:pos x="6" y="54"/>
                  </a:cxn>
                  <a:cxn ang="0">
                    <a:pos x="54" y="24"/>
                  </a:cxn>
                  <a:cxn ang="0">
                    <a:pos x="54" y="24"/>
                  </a:cxn>
                  <a:cxn ang="0">
                    <a:pos x="18" y="72"/>
                  </a:cxn>
                  <a:cxn ang="0">
                    <a:pos x="24" y="84"/>
                  </a:cxn>
                  <a:cxn ang="0">
                    <a:pos x="90" y="42"/>
                  </a:cxn>
                  <a:cxn ang="0">
                    <a:pos x="84" y="30"/>
                  </a:cxn>
                  <a:cxn ang="0">
                    <a:pos x="42" y="60"/>
                  </a:cxn>
                </a:cxnLst>
                <a:rect l="0" t="0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488" name="Freeform 144"/>
              <p:cNvSpPr>
                <a:spLocks/>
              </p:cNvSpPr>
              <p:nvPr userDrawn="1"/>
            </p:nvSpPr>
            <p:spPr bwMode="ltGray">
              <a:xfrm>
                <a:off x="7" y="3837"/>
                <a:ext cx="6" cy="12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489" name="Freeform 145"/>
              <p:cNvSpPr>
                <a:spLocks/>
              </p:cNvSpPr>
              <p:nvPr userDrawn="1"/>
            </p:nvSpPr>
            <p:spPr bwMode="ltGray">
              <a:xfrm>
                <a:off x="7" y="2555"/>
                <a:ext cx="30" cy="48"/>
              </a:xfrm>
              <a:custGeom>
                <a:avLst/>
                <a:gdLst/>
                <a:ahLst/>
                <a:cxnLst>
                  <a:cxn ang="0">
                    <a:pos x="18" y="48"/>
                  </a:cxn>
                  <a:cxn ang="0">
                    <a:pos x="18" y="48"/>
                  </a:cxn>
                  <a:cxn ang="0">
                    <a:pos x="30" y="42"/>
                  </a:cxn>
                  <a:cxn ang="0">
                    <a:pos x="0" y="0"/>
                  </a:cxn>
                  <a:cxn ang="0">
                    <a:pos x="0" y="24"/>
                  </a:cxn>
                  <a:cxn ang="0">
                    <a:pos x="18" y="48"/>
                  </a:cxn>
                  <a:cxn ang="0">
                    <a:pos x="18" y="48"/>
                  </a:cxn>
                </a:cxnLst>
                <a:rect l="0" t="0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490" name="Freeform 146"/>
              <p:cNvSpPr>
                <a:spLocks/>
              </p:cNvSpPr>
              <p:nvPr userDrawn="1"/>
            </p:nvSpPr>
            <p:spPr bwMode="ltGray">
              <a:xfrm>
                <a:off x="7" y="3843"/>
                <a:ext cx="36" cy="66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24" y="0"/>
                  </a:cxn>
                  <a:cxn ang="0">
                    <a:pos x="24" y="0"/>
                  </a:cxn>
                  <a:cxn ang="0">
                    <a:pos x="0" y="36"/>
                  </a:cxn>
                  <a:cxn ang="0">
                    <a:pos x="0" y="66"/>
                  </a:cxn>
                  <a:cxn ang="0">
                    <a:pos x="36" y="0"/>
                  </a:cxn>
                  <a:cxn ang="0">
                    <a:pos x="36" y="0"/>
                  </a:cxn>
                </a:cxnLst>
                <a:rect l="0" t="0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491" name="Rectangle 147"/>
              <p:cNvSpPr>
                <a:spLocks noChangeArrowheads="1"/>
              </p:cNvSpPr>
              <p:nvPr userDrawn="1"/>
            </p:nvSpPr>
            <p:spPr bwMode="ltGray">
              <a:xfrm rot="244926">
                <a:off x="1177" y="3201"/>
                <a:ext cx="16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92" name="Rectangle 148"/>
              <p:cNvSpPr>
                <a:spLocks noChangeArrowheads="1"/>
              </p:cNvSpPr>
              <p:nvPr userDrawn="1"/>
            </p:nvSpPr>
            <p:spPr bwMode="ltGray">
              <a:xfrm rot="-5598588">
                <a:off x="290" y="2386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57493" name="Freeform 149"/>
              <p:cNvSpPr>
                <a:spLocks/>
              </p:cNvSpPr>
              <p:nvPr userDrawn="1"/>
            </p:nvSpPr>
            <p:spPr bwMode="ltGray">
              <a:xfrm>
                <a:off x="139" y="3573"/>
                <a:ext cx="144" cy="154"/>
              </a:xfrm>
              <a:custGeom>
                <a:avLst/>
                <a:gdLst/>
                <a:ahLst/>
                <a:cxnLst>
                  <a:cxn ang="0">
                    <a:pos x="0" y="102"/>
                  </a:cxn>
                  <a:cxn ang="0">
                    <a:pos x="59" y="154"/>
                  </a:cxn>
                  <a:cxn ang="0">
                    <a:pos x="117" y="120"/>
                  </a:cxn>
                  <a:cxn ang="0">
                    <a:pos x="62" y="55"/>
                  </a:cxn>
                  <a:cxn ang="0">
                    <a:pos x="104" y="34"/>
                  </a:cxn>
                  <a:cxn ang="0">
                    <a:pos x="117" y="53"/>
                  </a:cxn>
                  <a:cxn ang="0">
                    <a:pos x="141" y="47"/>
                  </a:cxn>
                  <a:cxn ang="0">
                    <a:pos x="97" y="2"/>
                  </a:cxn>
                  <a:cxn ang="0">
                    <a:pos x="36" y="33"/>
                  </a:cxn>
                  <a:cxn ang="0">
                    <a:pos x="90" y="107"/>
                  </a:cxn>
                  <a:cxn ang="0">
                    <a:pos x="28" y="101"/>
                  </a:cxn>
                  <a:cxn ang="0">
                    <a:pos x="0" y="102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494" name="Freeform 150"/>
              <p:cNvSpPr>
                <a:spLocks/>
              </p:cNvSpPr>
              <p:nvPr userDrawn="1"/>
            </p:nvSpPr>
            <p:spPr bwMode="ltGray">
              <a:xfrm rot="-2857037">
                <a:off x="619" y="3550"/>
                <a:ext cx="68" cy="69"/>
              </a:xfrm>
              <a:custGeom>
                <a:avLst/>
                <a:gdLst/>
                <a:ahLst/>
                <a:cxnLst>
                  <a:cxn ang="0">
                    <a:pos x="0" y="102"/>
                  </a:cxn>
                  <a:cxn ang="0">
                    <a:pos x="59" y="154"/>
                  </a:cxn>
                  <a:cxn ang="0">
                    <a:pos x="117" y="120"/>
                  </a:cxn>
                  <a:cxn ang="0">
                    <a:pos x="62" y="55"/>
                  </a:cxn>
                  <a:cxn ang="0">
                    <a:pos x="104" y="34"/>
                  </a:cxn>
                  <a:cxn ang="0">
                    <a:pos x="117" y="53"/>
                  </a:cxn>
                  <a:cxn ang="0">
                    <a:pos x="141" y="47"/>
                  </a:cxn>
                  <a:cxn ang="0">
                    <a:pos x="97" y="2"/>
                  </a:cxn>
                  <a:cxn ang="0">
                    <a:pos x="36" y="33"/>
                  </a:cxn>
                  <a:cxn ang="0">
                    <a:pos x="90" y="107"/>
                  </a:cxn>
                  <a:cxn ang="0">
                    <a:pos x="28" y="101"/>
                  </a:cxn>
                  <a:cxn ang="0">
                    <a:pos x="0" y="102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495" name="Freeform 151"/>
              <p:cNvSpPr>
                <a:spLocks/>
              </p:cNvSpPr>
              <p:nvPr userDrawn="1"/>
            </p:nvSpPr>
            <p:spPr bwMode="ltGray">
              <a:xfrm>
                <a:off x="235" y="2503"/>
                <a:ext cx="348" cy="127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87" y="582"/>
                  </a:cxn>
                  <a:cxn ang="0">
                    <a:pos x="348" y="1272"/>
                  </a:cxn>
                  <a:cxn ang="0">
                    <a:pos x="54" y="676"/>
                  </a:cxn>
                  <a:cxn ang="0">
                    <a:pos x="0" y="0"/>
                  </a:cxn>
                </a:cxnLst>
                <a:rect l="0" t="0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96863"/>
                      <a:invGamma/>
                    </a:schemeClr>
                  </a:gs>
                </a:gsLst>
                <a:lin ang="18900000" scaled="1"/>
              </a:gra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57496" name="Oval 152"/>
              <p:cNvSpPr>
                <a:spLocks noChangeArrowheads="1"/>
              </p:cNvSpPr>
              <p:nvPr userDrawn="1"/>
            </p:nvSpPr>
            <p:spPr bwMode="ltGray">
              <a:xfrm rot="-1684349">
                <a:off x="296" y="3047"/>
                <a:ext cx="221" cy="174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90980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s-ES"/>
              </a:p>
            </p:txBody>
          </p:sp>
        </p:grpSp>
      </p:grpSp>
      <p:sp>
        <p:nvSpPr>
          <p:cNvPr id="57497" name="Rectangle 15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228600"/>
            <a:ext cx="85407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57498" name="Rectangle 15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charset="0"/>
              </a:defRPr>
            </a:lvl1pPr>
          </a:lstStyle>
          <a:p>
            <a:endParaRPr lang="es-ES"/>
          </a:p>
        </p:txBody>
      </p:sp>
      <p:sp>
        <p:nvSpPr>
          <p:cNvPr id="57499" name="Rectangle 15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Arial" charset="0"/>
              </a:defRPr>
            </a:lvl1pPr>
          </a:lstStyle>
          <a:p>
            <a:endParaRPr lang="es-ES"/>
          </a:p>
        </p:txBody>
      </p:sp>
      <p:sp>
        <p:nvSpPr>
          <p:cNvPr id="57500" name="Rectangle 15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charset="0"/>
              </a:defRPr>
            </a:lvl1pPr>
          </a:lstStyle>
          <a:p>
            <a:fld id="{85024D91-8B54-4CDE-9B6A-AED8CDE90F5D}" type="slidenum">
              <a:rPr lang="es-ES"/>
              <a:pPr/>
              <a:t>‹Nº›</a:t>
            </a:fld>
            <a:endParaRPr lang="es-ES"/>
          </a:p>
        </p:txBody>
      </p:sp>
      <p:sp>
        <p:nvSpPr>
          <p:cNvPr id="57501" name="Rectangle 157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600200"/>
            <a:ext cx="8540750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HISTORIA DEL MOVIMIENTO SCOUT</a:t>
            </a:r>
            <a:endParaRPr lang="es-E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2976" y="1428736"/>
            <a:ext cx="6967140" cy="52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5400" dirty="0" smtClean="0"/>
              <a:t>1906</a:t>
            </a:r>
            <a:endParaRPr lang="es-ES" sz="5400" dirty="0"/>
          </a:p>
        </p:txBody>
      </p:sp>
      <p:pic>
        <p:nvPicPr>
          <p:cNvPr id="6" name="5 Marcador de contenido" descr="Ernest_Thompson_Seton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02100" y="342106"/>
            <a:ext cx="4057650" cy="5715000"/>
          </a:xfrm>
        </p:spPr>
      </p:pic>
      <p:sp>
        <p:nvSpPr>
          <p:cNvPr id="5" name="4 Marcador de texto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sz="2400" dirty="0" err="1"/>
              <a:t>Ernest</a:t>
            </a:r>
            <a:r>
              <a:rPr lang="es-ES" sz="2400" dirty="0"/>
              <a:t> Thompson </a:t>
            </a:r>
            <a:r>
              <a:rPr lang="es-ES" sz="2400" dirty="0" err="1"/>
              <a:t>Seton</a:t>
            </a:r>
            <a:r>
              <a:rPr lang="es-ES" sz="2400" dirty="0"/>
              <a:t> mandó a </a:t>
            </a:r>
            <a:r>
              <a:rPr lang="es-ES" sz="2400" dirty="0" err="1"/>
              <a:t>Baden</a:t>
            </a:r>
            <a:r>
              <a:rPr lang="es-ES" sz="2400" dirty="0"/>
              <a:t>-Powell una copia de su libro</a:t>
            </a:r>
          </a:p>
          <a:p>
            <a:r>
              <a:rPr lang="en-US" sz="2400" dirty="0" smtClean="0"/>
              <a:t>The </a:t>
            </a:r>
            <a:r>
              <a:rPr lang="en-US" sz="2400" dirty="0" err="1"/>
              <a:t>Birchbark</a:t>
            </a:r>
            <a:r>
              <a:rPr lang="en-US" sz="2400" dirty="0"/>
              <a:t> Roll of the Woodcraft Indians</a:t>
            </a:r>
            <a:endParaRPr lang="es-E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smtClean="0"/>
              <a:t>1907</a:t>
            </a:r>
            <a:endParaRPr lang="es-ES" sz="4000" dirty="0"/>
          </a:p>
        </p:txBody>
      </p:sp>
      <p:pic>
        <p:nvPicPr>
          <p:cNvPr id="5" name="4 Marcador de contenido" descr="cbgi3a_12nl_l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3240" y="357166"/>
            <a:ext cx="4714908" cy="6073956"/>
          </a:xfrm>
        </p:spPr>
      </p:pic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0" y="1435100"/>
            <a:ext cx="3465513" cy="4691063"/>
          </a:xfrm>
        </p:spPr>
        <p:txBody>
          <a:bodyPr/>
          <a:lstStyle/>
          <a:p>
            <a:r>
              <a:rPr lang="es-ES" sz="2400" dirty="0" err="1"/>
              <a:t>Baden</a:t>
            </a:r>
            <a:r>
              <a:rPr lang="es-ES" sz="2400" dirty="0"/>
              <a:t>-Powell fue animado para re-escribir </a:t>
            </a:r>
            <a:r>
              <a:rPr lang="es-ES" sz="2400" dirty="0" err="1"/>
              <a:t>Aids</a:t>
            </a:r>
            <a:r>
              <a:rPr lang="es-ES" sz="2400" dirty="0"/>
              <a:t> </a:t>
            </a:r>
            <a:r>
              <a:rPr lang="es-ES" sz="2400" dirty="0" err="1"/>
              <a:t>to</a:t>
            </a:r>
            <a:r>
              <a:rPr lang="es-ES" sz="2400" dirty="0"/>
              <a:t> </a:t>
            </a:r>
            <a:r>
              <a:rPr lang="es-ES" sz="2400" dirty="0" err="1"/>
              <a:t>Scouting</a:t>
            </a:r>
            <a:r>
              <a:rPr lang="es-ES" sz="2400" dirty="0"/>
              <a:t> para una </a:t>
            </a:r>
            <a:r>
              <a:rPr lang="es-ES" sz="2400" dirty="0" smtClean="0"/>
              <a:t>mayor</a:t>
            </a:r>
          </a:p>
          <a:p>
            <a:r>
              <a:rPr lang="es-ES" sz="2400" dirty="0" smtClean="0"/>
              <a:t>cantidad </a:t>
            </a:r>
            <a:r>
              <a:rPr lang="es-ES" sz="2400" dirty="0"/>
              <a:t>de lectores </a:t>
            </a:r>
            <a:r>
              <a:rPr lang="es-ES" sz="2400" dirty="0" smtClean="0"/>
              <a:t>jóvenes.</a:t>
            </a:r>
          </a:p>
          <a:p>
            <a:endParaRPr lang="es-ES" sz="2400" dirty="0"/>
          </a:p>
          <a:p>
            <a:r>
              <a:rPr lang="es-ES" sz="2400" dirty="0"/>
              <a:t>En 1907 había terminado un bosquejo llamado</a:t>
            </a:r>
          </a:p>
          <a:p>
            <a:r>
              <a:rPr lang="es-ES" sz="2400" dirty="0" err="1"/>
              <a:t>Boy</a:t>
            </a:r>
            <a:r>
              <a:rPr lang="es-ES" sz="2400" dirty="0"/>
              <a:t> </a:t>
            </a:r>
            <a:r>
              <a:rPr lang="es-ES" sz="2400" dirty="0" err="1"/>
              <a:t>Patrols</a:t>
            </a:r>
            <a:endParaRPr lang="es-E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smtClean="0">
                <a:solidFill>
                  <a:srgbClr val="FFFFFF"/>
                </a:solidFill>
              </a:rPr>
              <a:t>1º DE AGOSTO DE 1907</a:t>
            </a:r>
            <a:r>
              <a:rPr lang="es-ES" sz="4000" dirty="0">
                <a:solidFill>
                  <a:srgbClr val="FFFFFF"/>
                </a:solidFill>
              </a:rPr>
              <a:t/>
            </a:r>
            <a:br>
              <a:rPr lang="es-ES" sz="4000" dirty="0">
                <a:solidFill>
                  <a:srgbClr val="FFFFFF"/>
                </a:solidFill>
              </a:rPr>
            </a:br>
            <a:r>
              <a:rPr lang="es-ES" sz="4000" dirty="0" smtClean="0">
                <a:solidFill>
                  <a:srgbClr val="FFFFFF"/>
                </a:solidFill>
              </a:rPr>
              <a:t>BROWNSEA</a:t>
            </a:r>
            <a:endParaRPr lang="es-ES" sz="4000" dirty="0">
              <a:solidFill>
                <a:srgbClr val="FFFFFF"/>
              </a:solidFill>
            </a:endParaRPr>
          </a:p>
        </p:txBody>
      </p:sp>
      <p:pic>
        <p:nvPicPr>
          <p:cNvPr id="8" name="7 Marcador de contenido" descr="brownsea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034" y="1381058"/>
            <a:ext cx="8327156" cy="5048338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>
                <a:solidFill>
                  <a:srgbClr val="FFFFFF"/>
                </a:solidFill>
              </a:rPr>
              <a:t>Trascendencia del Campamento en Brownsea</a:t>
            </a:r>
          </a:p>
        </p:txBody>
      </p:sp>
      <p:sp>
        <p:nvSpPr>
          <p:cNvPr id="77827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301625" y="2032000"/>
            <a:ext cx="5133975" cy="4060825"/>
          </a:xfrm>
        </p:spPr>
        <p:txBody>
          <a:bodyPr/>
          <a:lstStyle/>
          <a:p>
            <a:pPr algn="ctr"/>
            <a:r>
              <a:rPr lang="es-ES" sz="3000">
                <a:solidFill>
                  <a:srgbClr val="FFCC00"/>
                </a:solidFill>
              </a:rPr>
              <a:t>Así como Mafeking había puesto de relevancia el valor del </a:t>
            </a:r>
            <a:r>
              <a:rPr lang="es-ES" sz="3000" b="1">
                <a:solidFill>
                  <a:srgbClr val="FFCC00"/>
                </a:solidFill>
              </a:rPr>
              <a:t>servicio</a:t>
            </a:r>
            <a:r>
              <a:rPr lang="es-ES" sz="3000">
                <a:solidFill>
                  <a:srgbClr val="FFCC00"/>
                </a:solidFill>
              </a:rPr>
              <a:t>, Brownsea había destacado la trascendencia de la </a:t>
            </a:r>
            <a:r>
              <a:rPr lang="es-ES" sz="3000" b="1">
                <a:solidFill>
                  <a:srgbClr val="FFCC00"/>
                </a:solidFill>
              </a:rPr>
              <a:t>naturaleza.</a:t>
            </a:r>
            <a:endParaRPr lang="es-ES" sz="3000">
              <a:solidFill>
                <a:srgbClr val="FFCC00"/>
              </a:solidFill>
            </a:endParaRPr>
          </a:p>
          <a:p>
            <a:endParaRPr lang="es-ES" sz="3100">
              <a:solidFill>
                <a:srgbClr val="FFCC00"/>
              </a:solidFill>
            </a:endParaRPr>
          </a:p>
        </p:txBody>
      </p:sp>
      <p:pic>
        <p:nvPicPr>
          <p:cNvPr id="77828" name="Picture 4" descr="mafeki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24588" y="1989138"/>
            <a:ext cx="2308225" cy="3744912"/>
          </a:xfrm>
          <a:prstGeom prst="rect">
            <a:avLst/>
          </a:prstGeom>
          <a:noFill/>
          <a:ln w="57150" cmpd="thickThin">
            <a:solidFill>
              <a:srgbClr val="FFCC0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78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7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7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7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7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6" grpId="0"/>
      <p:bldP spid="7782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285720" y="1643050"/>
            <a:ext cx="4194175" cy="44989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s-ES" sz="2400" dirty="0" smtClean="0">
                <a:solidFill>
                  <a:srgbClr val="FFCC00"/>
                </a:solidFill>
              </a:rPr>
              <a:t>Arthur </a:t>
            </a:r>
            <a:r>
              <a:rPr lang="es-ES" sz="2400" dirty="0" err="1" smtClean="0">
                <a:solidFill>
                  <a:srgbClr val="FFCC00"/>
                </a:solidFill>
              </a:rPr>
              <a:t>Pearson</a:t>
            </a:r>
            <a:r>
              <a:rPr lang="es-ES" sz="2400" dirty="0" smtClean="0">
                <a:solidFill>
                  <a:srgbClr val="FFCC00"/>
                </a:solidFill>
              </a:rPr>
              <a:t> incentiva a </a:t>
            </a:r>
            <a:r>
              <a:rPr lang="es-ES" sz="2400" dirty="0" err="1" smtClean="0">
                <a:solidFill>
                  <a:srgbClr val="FFCC00"/>
                </a:solidFill>
              </a:rPr>
              <a:t>Baden</a:t>
            </a:r>
            <a:r>
              <a:rPr lang="es-ES" sz="2400" dirty="0" smtClean="0">
                <a:solidFill>
                  <a:srgbClr val="FFCC00"/>
                </a:solidFill>
              </a:rPr>
              <a:t> Powell escribir las crónicas de </a:t>
            </a:r>
            <a:r>
              <a:rPr lang="es-ES" sz="2400" dirty="0" err="1" smtClean="0">
                <a:solidFill>
                  <a:srgbClr val="FFCC00"/>
                </a:solidFill>
              </a:rPr>
              <a:t>Brownsea</a:t>
            </a:r>
            <a:r>
              <a:rPr lang="es-ES" sz="2400" dirty="0" smtClean="0">
                <a:solidFill>
                  <a:srgbClr val="FFCC00"/>
                </a:solidFill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s-ES" sz="2400" dirty="0" smtClean="0"/>
              <a:t>Entre enero y marzo de 1908, en folletos, se publica el libro “Escultismo para Muchachos”</a:t>
            </a:r>
          </a:p>
          <a:p>
            <a:pPr>
              <a:lnSpc>
                <a:spcPct val="90000"/>
              </a:lnSpc>
            </a:pPr>
            <a:r>
              <a:rPr lang="es-ES" sz="2400" dirty="0" smtClean="0">
                <a:solidFill>
                  <a:srgbClr val="FFCC00"/>
                </a:solidFill>
              </a:rPr>
              <a:t>En el verano de 1908 aparecen diversas patrullas scouts en Inglaterra.</a:t>
            </a:r>
          </a:p>
          <a:p>
            <a:endParaRPr lang="es-ES" dirty="0"/>
          </a:p>
        </p:txBody>
      </p:sp>
      <p:pic>
        <p:nvPicPr>
          <p:cNvPr id="5" name="7 Marcador de contenido" descr="EPM 2 - 6.jp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00628" y="1500174"/>
            <a:ext cx="3733339" cy="5184000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dirty="0" smtClean="0"/>
              <a:t>1908</a:t>
            </a:r>
            <a:br>
              <a:rPr lang="es-ES" sz="2800" dirty="0" smtClean="0"/>
            </a:br>
            <a:r>
              <a:rPr lang="es-ES" sz="2800" dirty="0" smtClean="0"/>
              <a:t>ESCULTISMO PARA MUCHACHOS </a:t>
            </a:r>
            <a:br>
              <a:rPr lang="es-ES" sz="2800" dirty="0" smtClean="0"/>
            </a:br>
            <a:r>
              <a:rPr lang="es-ES" sz="2800" dirty="0" smtClean="0"/>
              <a:t>(POR ENTREGAS QUINCENALES)</a:t>
            </a:r>
            <a:endParaRPr lang="es-ES" sz="2800" dirty="0"/>
          </a:p>
        </p:txBody>
      </p:sp>
      <p:pic>
        <p:nvPicPr>
          <p:cNvPr id="9" name="8 Marcador de contenido" descr="Numero6.jp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86314" y="2071678"/>
            <a:ext cx="2975393" cy="4452968"/>
          </a:xfrm>
        </p:spPr>
      </p:pic>
      <p:sp>
        <p:nvSpPr>
          <p:cNvPr id="10" name="9 Marcador de contenido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400" dirty="0" smtClean="0"/>
              <a:t/>
            </a:r>
            <a:br>
              <a:rPr lang="es-ES" sz="2400" dirty="0" smtClean="0"/>
            </a:br>
            <a:r>
              <a:rPr lang="es-ES" sz="2400" dirty="0"/>
              <a:t/>
            </a:r>
            <a:br>
              <a:rPr lang="es-ES" sz="2400" dirty="0"/>
            </a:br>
            <a:r>
              <a:rPr lang="es-ES" sz="2400" dirty="0" smtClean="0"/>
              <a:t/>
            </a:r>
            <a:br>
              <a:rPr lang="es-ES" sz="2400" dirty="0" smtClean="0"/>
            </a:br>
            <a:r>
              <a:rPr lang="es-ES" dirty="0" smtClean="0"/>
              <a:t>1909</a:t>
            </a:r>
            <a:r>
              <a:rPr lang="es-ES" sz="2400" dirty="0" smtClean="0"/>
              <a:t/>
            </a:r>
            <a:br>
              <a:rPr lang="es-ES" sz="2400" dirty="0" smtClean="0"/>
            </a:br>
            <a:r>
              <a:rPr lang="es-ES" sz="2400" b="1" dirty="0" smtClean="0"/>
              <a:t>BP visita Argentina, Brasil y Chile. Se organiza la Asociación de </a:t>
            </a:r>
            <a:r>
              <a:rPr lang="es-ES" sz="2400" b="1" dirty="0" err="1" smtClean="0"/>
              <a:t>Boy</a:t>
            </a:r>
            <a:r>
              <a:rPr lang="es-ES" sz="2400" b="1" dirty="0" smtClean="0"/>
              <a:t> Scouts de Chile, la primera fuera de Inglaterra.</a:t>
            </a:r>
            <a:endParaRPr lang="es-ES" sz="2400" dirty="0"/>
          </a:p>
        </p:txBody>
      </p:sp>
      <p:pic>
        <p:nvPicPr>
          <p:cNvPr id="7" name="6 Marcador de contenido" descr="image034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1538" y="2449846"/>
            <a:ext cx="6929486" cy="4408154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600" dirty="0" smtClean="0"/>
              <a:t>1909</a:t>
            </a:r>
            <a:endParaRPr lang="es-ES" sz="3600" dirty="0"/>
          </a:p>
        </p:txBody>
      </p:sp>
      <p:pic>
        <p:nvPicPr>
          <p:cNvPr id="9" name="8 Marcador de contenido" descr="sea for boys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6116" y="1214422"/>
            <a:ext cx="6617218" cy="4968000"/>
          </a:xfrm>
        </p:spPr>
      </p:pic>
      <p:sp>
        <p:nvSpPr>
          <p:cNvPr id="8" name="7 Marcador de texto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sz="1800" dirty="0" smtClean="0">
                <a:effectLst/>
                <a:latin typeface="Arial" pitchFamily="34" charset="0"/>
                <a:cs typeface="Arial" pitchFamily="34" charset="0"/>
              </a:rPr>
              <a:t>1º Campamento de Scouts Marinos en el Barco TS MERCURY</a:t>
            </a:r>
          </a:p>
          <a:p>
            <a:endParaRPr lang="es-ES" sz="1800" dirty="0" smtClean="0">
              <a:effectLst/>
              <a:latin typeface="Arial" pitchFamily="34" charset="0"/>
              <a:cs typeface="Arial" pitchFamily="34" charset="0"/>
            </a:endParaRPr>
          </a:p>
          <a:p>
            <a:r>
              <a:rPr lang="es-ES" sz="1800" dirty="0" smtClean="0">
                <a:effectLst/>
                <a:latin typeface="Arial" pitchFamily="34" charset="0"/>
                <a:cs typeface="Arial" pitchFamily="34" charset="0"/>
              </a:rPr>
              <a:t>Se inaugura la oficina y tienda scout de Londres.  </a:t>
            </a:r>
          </a:p>
          <a:p>
            <a:endParaRPr lang="es-ES" sz="1800" dirty="0" smtClean="0">
              <a:effectLst/>
              <a:latin typeface="Arial" pitchFamily="34" charset="0"/>
              <a:cs typeface="Arial" pitchFamily="34" charset="0"/>
            </a:endParaRPr>
          </a:p>
          <a:p>
            <a:r>
              <a:rPr lang="es-ES" sz="1800" dirty="0" smtClean="0">
                <a:effectLst/>
                <a:latin typeface="Arial" pitchFamily="34" charset="0"/>
                <a:cs typeface="Arial" pitchFamily="34" charset="0"/>
              </a:rPr>
              <a:t>Aparecen los primeros scouts fuera de Inglaterra</a:t>
            </a:r>
          </a:p>
          <a:p>
            <a:r>
              <a:rPr lang="es-ES" sz="1800" dirty="0" smtClean="0">
                <a:effectLst/>
                <a:latin typeface="Arial" pitchFamily="34" charset="0"/>
                <a:cs typeface="Arial" pitchFamily="34" charset="0"/>
              </a:rPr>
              <a:t/>
            </a:r>
            <a:br>
              <a:rPr lang="es-ES" sz="1800" dirty="0" smtClean="0">
                <a:effectLst/>
                <a:latin typeface="Arial" pitchFamily="34" charset="0"/>
                <a:cs typeface="Arial" pitchFamily="34" charset="0"/>
              </a:rPr>
            </a:br>
            <a:r>
              <a:rPr lang="es-ES" sz="1800" dirty="0" smtClean="0">
                <a:effectLst/>
                <a:latin typeface="Arial" pitchFamily="34" charset="0"/>
                <a:cs typeface="Arial" pitchFamily="34" charset="0"/>
              </a:rPr>
              <a:t>Aparecen las primeras chicas scout en el </a:t>
            </a:r>
            <a:r>
              <a:rPr lang="es-ES" sz="1800" dirty="0" err="1" smtClean="0">
                <a:effectLst/>
                <a:latin typeface="Arial" pitchFamily="34" charset="0"/>
                <a:cs typeface="Arial" pitchFamily="34" charset="0"/>
              </a:rPr>
              <a:t>Crystal</a:t>
            </a:r>
            <a:r>
              <a:rPr lang="es-ES" sz="1800" dirty="0" smtClean="0"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lang="es-ES" sz="1800" dirty="0" err="1" smtClean="0">
                <a:effectLst/>
                <a:latin typeface="Arial" pitchFamily="34" charset="0"/>
                <a:cs typeface="Arial" pitchFamily="34" charset="0"/>
              </a:rPr>
              <a:t>Palace</a:t>
            </a:r>
            <a:r>
              <a:rPr lang="es-ES" sz="1800" dirty="0" smtClean="0">
                <a:effectLst/>
                <a:latin typeface="Arial" pitchFamily="34" charset="0"/>
                <a:cs typeface="Arial" pitchFamily="34" charset="0"/>
              </a:rPr>
              <a:t> de Inglaterra a cargo de </a:t>
            </a:r>
            <a:r>
              <a:rPr lang="es-ES" sz="1800" dirty="0" err="1" smtClean="0">
                <a:effectLst/>
                <a:latin typeface="Arial" pitchFamily="34" charset="0"/>
                <a:cs typeface="Arial" pitchFamily="34" charset="0"/>
              </a:rPr>
              <a:t>Agnes</a:t>
            </a:r>
            <a:r>
              <a:rPr lang="es-ES" sz="1800" dirty="0" smtClean="0"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lang="es-ES" sz="1800" dirty="0" err="1" smtClean="0">
                <a:effectLst/>
                <a:latin typeface="Arial" pitchFamily="34" charset="0"/>
                <a:cs typeface="Arial" pitchFamily="34" charset="0"/>
              </a:rPr>
              <a:t>Baden</a:t>
            </a:r>
            <a:r>
              <a:rPr lang="es-ES" sz="1800" dirty="0" smtClean="0">
                <a:effectLst/>
                <a:latin typeface="Arial" pitchFamily="34" charset="0"/>
                <a:cs typeface="Arial" pitchFamily="34" charset="0"/>
              </a:rPr>
              <a:t> Powell </a:t>
            </a:r>
            <a:endParaRPr lang="es-ES" sz="1800" dirty="0"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400" dirty="0" smtClean="0"/>
              <a:t>1910</a:t>
            </a:r>
            <a:endParaRPr lang="es-ES" sz="4400" dirty="0"/>
          </a:p>
        </p:txBody>
      </p:sp>
      <p:pic>
        <p:nvPicPr>
          <p:cNvPr id="6" name="5 Marcador de contenido" descr="agnes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3169" y="1847056"/>
            <a:ext cx="3091160" cy="4932000"/>
          </a:xfrm>
        </p:spPr>
      </p:pic>
      <p:sp>
        <p:nvSpPr>
          <p:cNvPr id="5" name="4 Marcador de texto"/>
          <p:cNvSpPr>
            <a:spLocks noGrp="1"/>
          </p:cNvSpPr>
          <p:nvPr>
            <p:ph type="body" sz="half" idx="2"/>
          </p:nvPr>
        </p:nvSpPr>
        <p:spPr>
          <a:xfrm>
            <a:off x="0" y="1435100"/>
            <a:ext cx="3465513" cy="4691063"/>
          </a:xfrm>
        </p:spPr>
        <p:txBody>
          <a:bodyPr/>
          <a:lstStyle/>
          <a:p>
            <a:r>
              <a:rPr lang="es-ES" sz="2400" dirty="0" smtClean="0">
                <a:effectLst/>
                <a:latin typeface="Arial" pitchFamily="34" charset="0"/>
                <a:cs typeface="Arial" pitchFamily="34" charset="0"/>
              </a:rPr>
              <a:t>BP deja el Ejército para dedicarse enteramente al Escultismo. Con más de 30 años en el Ejército era Teniente General al pasar a la Reserva.</a:t>
            </a:r>
          </a:p>
          <a:p>
            <a:endParaRPr lang="es-ES" sz="2400" dirty="0" smtClean="0">
              <a:effectLst/>
              <a:latin typeface="Arial" pitchFamily="34" charset="0"/>
              <a:cs typeface="Arial" pitchFamily="34" charset="0"/>
            </a:endParaRPr>
          </a:p>
          <a:p>
            <a:r>
              <a:rPr lang="es-ES" sz="2400" dirty="0" smtClean="0">
                <a:effectLst/>
                <a:latin typeface="Arial" pitchFamily="34" charset="0"/>
                <a:cs typeface="Arial" pitchFamily="34" charset="0"/>
              </a:rPr>
              <a:t>Se organizan las Muchachas Guías a cargo de </a:t>
            </a:r>
            <a:r>
              <a:rPr lang="es-ES" sz="2400" dirty="0" err="1" smtClean="0">
                <a:effectLst/>
                <a:latin typeface="Arial" pitchFamily="34" charset="0"/>
                <a:cs typeface="Arial" pitchFamily="34" charset="0"/>
              </a:rPr>
              <a:t>Agnes</a:t>
            </a:r>
            <a:r>
              <a:rPr lang="es-ES" sz="2400" dirty="0" smtClean="0"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lang="es-ES" sz="2400" dirty="0" err="1" smtClean="0">
                <a:effectLst/>
                <a:latin typeface="Arial" pitchFamily="34" charset="0"/>
                <a:cs typeface="Arial" pitchFamily="34" charset="0"/>
              </a:rPr>
              <a:t>Baden</a:t>
            </a:r>
            <a:r>
              <a:rPr lang="es-ES" sz="2400" dirty="0" smtClean="0">
                <a:effectLst/>
                <a:latin typeface="Arial" pitchFamily="34" charset="0"/>
                <a:cs typeface="Arial" pitchFamily="34" charset="0"/>
              </a:rPr>
              <a:t> Powell.</a:t>
            </a:r>
            <a:endParaRPr lang="es-ES" sz="2400" dirty="0"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600" dirty="0" smtClean="0"/>
              <a:t>1910</a:t>
            </a:r>
            <a:endParaRPr lang="es-ES" sz="3600" dirty="0"/>
          </a:p>
        </p:txBody>
      </p:sp>
      <p:pic>
        <p:nvPicPr>
          <p:cNvPr id="8" name="7 Marcador de contenido" descr="Ernest_Thompson_Seton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02100" y="342106"/>
            <a:ext cx="4057650" cy="5715000"/>
          </a:xfrm>
        </p:spPr>
      </p:pic>
      <p:sp>
        <p:nvSpPr>
          <p:cNvPr id="7" name="6 Marcador de texto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sz="1800" dirty="0" smtClean="0"/>
              <a:t>En junio se establece el primer cuartel general de los “</a:t>
            </a:r>
            <a:r>
              <a:rPr lang="es-ES" sz="1800" dirty="0" err="1" smtClean="0"/>
              <a:t>Boy</a:t>
            </a:r>
            <a:r>
              <a:rPr lang="es-ES" sz="1800" dirty="0" smtClean="0"/>
              <a:t> Scouts of </a:t>
            </a:r>
            <a:r>
              <a:rPr lang="es-ES" sz="1800" dirty="0" err="1" smtClean="0"/>
              <a:t>America</a:t>
            </a:r>
            <a:r>
              <a:rPr lang="es-ES" sz="1800" dirty="0" smtClean="0"/>
              <a:t>”.</a:t>
            </a:r>
          </a:p>
          <a:p>
            <a:r>
              <a:rPr lang="es-ES" sz="1800" dirty="0" smtClean="0"/>
              <a:t>• En agosto y septiembre, BP visita Canadá y EEUU para estructurar el escultismo en esos países.</a:t>
            </a:r>
          </a:p>
          <a:p>
            <a:r>
              <a:rPr lang="es-ES" sz="1800" dirty="0" smtClean="0"/>
              <a:t>• </a:t>
            </a:r>
            <a:r>
              <a:rPr lang="es-ES" sz="1800" dirty="0" err="1" smtClean="0"/>
              <a:t>Ernest</a:t>
            </a:r>
            <a:r>
              <a:rPr lang="es-ES" sz="1800" dirty="0" smtClean="0"/>
              <a:t> </a:t>
            </a:r>
            <a:r>
              <a:rPr lang="es-ES" sz="1800" dirty="0" err="1" smtClean="0"/>
              <a:t>Seton</a:t>
            </a:r>
            <a:r>
              <a:rPr lang="es-ES" sz="1800" dirty="0" smtClean="0"/>
              <a:t> se convierte en el primer Jefe Scout de los </a:t>
            </a:r>
            <a:r>
              <a:rPr lang="es-ES" sz="1800" dirty="0" err="1" smtClean="0"/>
              <a:t>Boy</a:t>
            </a:r>
            <a:r>
              <a:rPr lang="es-ES" sz="1800" dirty="0" smtClean="0"/>
              <a:t> Scouts of </a:t>
            </a:r>
            <a:r>
              <a:rPr lang="es-ES" sz="1800" dirty="0" err="1" smtClean="0"/>
              <a:t>America</a:t>
            </a:r>
            <a:r>
              <a:rPr lang="es-ES" sz="1800" dirty="0" smtClean="0"/>
              <a:t>, incorporando sus “</a:t>
            </a:r>
            <a:r>
              <a:rPr lang="es-ES" sz="1800" dirty="0" err="1" smtClean="0"/>
              <a:t>Woodcraft</a:t>
            </a:r>
            <a:r>
              <a:rPr lang="es-ES" sz="1800" dirty="0" smtClean="0"/>
              <a:t> </a:t>
            </a:r>
            <a:r>
              <a:rPr lang="es-ES" sz="1800" dirty="0" err="1" smtClean="0"/>
              <a:t>Indians</a:t>
            </a:r>
            <a:r>
              <a:rPr lang="es-ES" sz="1800" dirty="0" smtClean="0"/>
              <a:t>” en la organización.</a:t>
            </a:r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smtClean="0"/>
              <a:t>1912</a:t>
            </a:r>
            <a:endParaRPr lang="es-ES" sz="4000" dirty="0"/>
          </a:p>
        </p:txBody>
      </p:sp>
      <p:pic>
        <p:nvPicPr>
          <p:cNvPr id="5" name="4 Marcador de contenido" descr="gging5.gif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43372" y="1000108"/>
            <a:ext cx="4050000" cy="5832000"/>
          </a:xfrm>
        </p:spPr>
      </p:pic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sz="2400" b="1" dirty="0" smtClean="0"/>
              <a:t> BP se casa con </a:t>
            </a:r>
            <a:r>
              <a:rPr lang="es-ES" sz="2400" b="1" dirty="0" err="1" smtClean="0"/>
              <a:t>Olave</a:t>
            </a:r>
            <a:r>
              <a:rPr lang="es-ES" sz="2400" b="1" dirty="0" smtClean="0"/>
              <a:t> Saint Clair </a:t>
            </a:r>
            <a:r>
              <a:rPr lang="es-ES" sz="2400" b="1" dirty="0" err="1" smtClean="0"/>
              <a:t>Soames</a:t>
            </a:r>
            <a:r>
              <a:rPr lang="es-ES" sz="2400" b="1" dirty="0" smtClean="0"/>
              <a:t>.</a:t>
            </a:r>
            <a:endParaRPr lang="es-ES" sz="2400" dirty="0" smtClean="0"/>
          </a:p>
          <a:p>
            <a:endParaRPr lang="es-ES" sz="2400" b="1" dirty="0" smtClean="0"/>
          </a:p>
          <a:p>
            <a:r>
              <a:rPr lang="es-ES" sz="2400" b="1" dirty="0" smtClean="0"/>
              <a:t>BP en colaboración con </a:t>
            </a:r>
            <a:r>
              <a:rPr lang="es-ES" sz="2400" b="1" dirty="0" err="1" smtClean="0"/>
              <a:t>Agnes</a:t>
            </a:r>
            <a:r>
              <a:rPr lang="es-ES" sz="2400" b="1" dirty="0" smtClean="0"/>
              <a:t> </a:t>
            </a:r>
            <a:r>
              <a:rPr lang="es-ES" sz="2400" b="1" dirty="0" err="1" smtClean="0"/>
              <a:t>Baden</a:t>
            </a:r>
            <a:r>
              <a:rPr lang="es-ES" sz="2400" b="1" dirty="0" smtClean="0"/>
              <a:t> Powell escribieron “</a:t>
            </a:r>
            <a:r>
              <a:rPr lang="es-ES" sz="2400" b="1" dirty="0" err="1" smtClean="0"/>
              <a:t>Handbook</a:t>
            </a:r>
            <a:r>
              <a:rPr lang="es-ES" sz="2400" b="1" dirty="0" smtClean="0"/>
              <a:t> </a:t>
            </a:r>
            <a:r>
              <a:rPr lang="es-ES" sz="2400" b="1" dirty="0" err="1" smtClean="0"/>
              <a:t>for</a:t>
            </a:r>
            <a:r>
              <a:rPr lang="es-ES" sz="2400" b="1" dirty="0" smtClean="0"/>
              <a:t> </a:t>
            </a:r>
            <a:r>
              <a:rPr lang="es-ES" sz="2400" b="1" dirty="0" err="1" smtClean="0"/>
              <a:t>Girl</a:t>
            </a:r>
            <a:r>
              <a:rPr lang="es-ES" sz="2400" b="1" dirty="0" smtClean="0"/>
              <a:t> Guides” (Manual para Guías scout). </a:t>
            </a:r>
            <a:endParaRPr lang="es-ES" sz="2400" dirty="0" smtClean="0"/>
          </a:p>
          <a:p>
            <a:endParaRPr lang="es-E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smtClean="0"/>
              <a:t>1914</a:t>
            </a:r>
            <a:endParaRPr lang="es-ES" sz="4000" dirty="0"/>
          </a:p>
        </p:txBody>
      </p:sp>
      <p:pic>
        <p:nvPicPr>
          <p:cNvPr id="5" name="4 Marcador de contenido" descr="sanjorge09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5050" y="1895588"/>
            <a:ext cx="5665838" cy="2890734"/>
          </a:xfrm>
        </p:spPr>
      </p:pic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sz="1800" dirty="0" smtClean="0">
                <a:solidFill>
                  <a:srgbClr val="FFFF00"/>
                </a:solidFill>
              </a:rPr>
              <a:t>Primera Guerra Mundial</a:t>
            </a:r>
            <a:r>
              <a:rPr lang="es-ES" sz="1800" dirty="0" smtClean="0"/>
              <a:t>. En casi todos los países beligerantes, los Scouts prestan servicios civiles y auxiliares.</a:t>
            </a:r>
          </a:p>
          <a:p>
            <a:endParaRPr lang="es-ES" sz="1800" dirty="0"/>
          </a:p>
          <a:p>
            <a:r>
              <a:rPr lang="es-ES" sz="1800" dirty="0" smtClean="0"/>
              <a:t>Carta de BP a todas las Asociaciones Scouts del Mundo, proponiendo que todos los Scouts se reúnan el día 23 de abril y celebren el día de </a:t>
            </a:r>
            <a:r>
              <a:rPr lang="es-ES" sz="1800" dirty="0" smtClean="0">
                <a:solidFill>
                  <a:srgbClr val="FFFF00"/>
                </a:solidFill>
              </a:rPr>
              <a:t>San Jorge</a:t>
            </a:r>
            <a:r>
              <a:rPr lang="es-ES" sz="1800" dirty="0" smtClean="0"/>
              <a:t>, sin distinción de razas o credos, e imiten el ejemplo del Santo. De este modo, San Jorge fue adoptado como </a:t>
            </a:r>
            <a:r>
              <a:rPr lang="es-ES" sz="1800" dirty="0" smtClean="0">
                <a:solidFill>
                  <a:srgbClr val="FFFF00"/>
                </a:solidFill>
              </a:rPr>
              <a:t>Patrono Mundial de los Scouts.</a:t>
            </a:r>
            <a:endParaRPr lang="es-ES" sz="1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smtClean="0"/>
              <a:t>1916</a:t>
            </a:r>
            <a:endParaRPr lang="es-ES" sz="4000" dirty="0"/>
          </a:p>
        </p:txBody>
      </p:sp>
      <p:pic>
        <p:nvPicPr>
          <p:cNvPr id="5" name="4 Marcador de contenido" descr="manual-del-lobato.gif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6248" y="571480"/>
            <a:ext cx="3775240" cy="5688000"/>
          </a:xfrm>
        </p:spPr>
      </p:pic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sz="2400" b="1" dirty="0" smtClean="0"/>
              <a:t>Se crea la Rama de los Lobatos </a:t>
            </a:r>
          </a:p>
          <a:p>
            <a:endParaRPr lang="es-ES" sz="2400" b="1" dirty="0"/>
          </a:p>
          <a:p>
            <a:r>
              <a:rPr lang="es-ES" sz="2400" b="1" dirty="0" smtClean="0"/>
              <a:t>BP publica el “Manual del Lobato”</a:t>
            </a:r>
            <a:endParaRPr lang="es-E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600" dirty="0" smtClean="0"/>
              <a:t>1918</a:t>
            </a:r>
            <a:endParaRPr lang="es-ES" sz="3600" dirty="0"/>
          </a:p>
        </p:txBody>
      </p:sp>
      <p:pic>
        <p:nvPicPr>
          <p:cNvPr id="5" name="4 Marcador de contenido" descr="bp_rover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9058" y="78351"/>
            <a:ext cx="4429156" cy="6206881"/>
          </a:xfrm>
        </p:spPr>
      </p:pic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sz="3600" b="1" dirty="0" smtClean="0">
                <a:effectLst/>
                <a:latin typeface="Arial" pitchFamily="34" charset="0"/>
                <a:cs typeface="Arial" pitchFamily="34" charset="0"/>
              </a:rPr>
              <a:t>Se inicia la Sección Rover. </a:t>
            </a:r>
            <a:endParaRPr lang="es-ES" sz="3600" dirty="0" smtClean="0">
              <a:effectLst/>
              <a:latin typeface="Arial" pitchFamily="34" charset="0"/>
              <a:cs typeface="Arial" pitchFamily="34" charset="0"/>
            </a:endParaRPr>
          </a:p>
          <a:p>
            <a:endParaRPr lang="es-ES" sz="2400" dirty="0">
              <a:effectLst/>
              <a:latin typeface="Arial" pitchFamily="34" charset="0"/>
              <a:cs typeface="Arial" pitchFamily="34" charset="0"/>
            </a:endParaRPr>
          </a:p>
          <a:p>
            <a:r>
              <a:rPr lang="es-ES" sz="1800" dirty="0" smtClean="0">
                <a:effectLst/>
                <a:latin typeface="Arial" pitchFamily="34" charset="0"/>
                <a:cs typeface="Arial" pitchFamily="34" charset="0"/>
              </a:rPr>
              <a:t>Lady </a:t>
            </a:r>
            <a:r>
              <a:rPr lang="es-ES" sz="1800" dirty="0" err="1" smtClean="0">
                <a:effectLst/>
                <a:latin typeface="Arial" pitchFamily="34" charset="0"/>
                <a:cs typeface="Arial" pitchFamily="34" charset="0"/>
              </a:rPr>
              <a:t>Olave</a:t>
            </a:r>
            <a:r>
              <a:rPr lang="es-ES" sz="1800" dirty="0" smtClean="0">
                <a:effectLst/>
                <a:latin typeface="Arial" pitchFamily="34" charset="0"/>
                <a:cs typeface="Arial" pitchFamily="34" charset="0"/>
              </a:rPr>
              <a:t> es electa Jefa Guía Nacional en Inglaterra, y escribe un libro que se llamó “Training </a:t>
            </a:r>
            <a:r>
              <a:rPr lang="es-ES" sz="1800" dirty="0" err="1" smtClean="0">
                <a:effectLst/>
                <a:latin typeface="Arial" pitchFamily="34" charset="0"/>
                <a:cs typeface="Arial" pitchFamily="34" charset="0"/>
              </a:rPr>
              <a:t>Girl</a:t>
            </a:r>
            <a:r>
              <a:rPr lang="es-ES" sz="1800" dirty="0" smtClean="0">
                <a:effectLst/>
                <a:latin typeface="Arial" pitchFamily="34" charset="0"/>
                <a:cs typeface="Arial" pitchFamily="34" charset="0"/>
              </a:rPr>
              <a:t> Guides” (Entrenando Muchachas Guías).</a:t>
            </a:r>
          </a:p>
          <a:p>
            <a:endParaRPr lang="es-E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600" dirty="0" smtClean="0"/>
              <a:t>1919</a:t>
            </a:r>
            <a:endParaRPr lang="es-ES" sz="3600" dirty="0"/>
          </a:p>
        </p:txBody>
      </p:sp>
      <p:pic>
        <p:nvPicPr>
          <p:cNvPr id="5" name="4 Marcador de contenido" descr="Gilwell-Park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3306" y="1643050"/>
            <a:ext cx="5472000" cy="4104000"/>
          </a:xfrm>
        </p:spPr>
      </p:pic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sz="1800" b="1" dirty="0" smtClean="0">
                <a:effectLst/>
              </a:rPr>
              <a:t>BP publica “Guía para el Jefe de Tropa”.</a:t>
            </a:r>
          </a:p>
          <a:p>
            <a:endParaRPr lang="es-ES" sz="1800" b="1" dirty="0">
              <a:effectLst/>
            </a:endParaRPr>
          </a:p>
          <a:p>
            <a:endParaRPr lang="es-ES" sz="1800" b="1" dirty="0" smtClean="0">
              <a:effectLst/>
            </a:endParaRPr>
          </a:p>
          <a:p>
            <a:r>
              <a:rPr lang="es-ES" sz="1800" b="1" dirty="0" smtClean="0">
                <a:effectLst/>
              </a:rPr>
              <a:t>Se inaugura el Campo Escuela de </a:t>
            </a:r>
            <a:r>
              <a:rPr lang="es-ES" sz="1800" b="1" dirty="0" err="1" smtClean="0">
                <a:effectLst/>
              </a:rPr>
              <a:t>Gilwell</a:t>
            </a:r>
            <a:r>
              <a:rPr lang="es-ES" sz="1800" b="1" dirty="0" smtClean="0">
                <a:effectLst/>
              </a:rPr>
              <a:t> Park, en terrenos donados por W. F. de Bois Mac </a:t>
            </a:r>
            <a:r>
              <a:rPr lang="es-ES" sz="1800" b="1" dirty="0" err="1" smtClean="0">
                <a:effectLst/>
              </a:rPr>
              <a:t>Laren</a:t>
            </a:r>
            <a:r>
              <a:rPr lang="es-ES" sz="1800" b="1" dirty="0" smtClean="0">
                <a:effectLst/>
              </a:rPr>
              <a:t>. </a:t>
            </a:r>
          </a:p>
          <a:p>
            <a:endParaRPr lang="es-ES" sz="1800" b="1" dirty="0">
              <a:effectLst/>
            </a:endParaRPr>
          </a:p>
          <a:p>
            <a:endParaRPr lang="es-ES" sz="1800" b="1" dirty="0" smtClean="0">
              <a:effectLst/>
            </a:endParaRPr>
          </a:p>
          <a:p>
            <a:r>
              <a:rPr lang="es-ES" sz="1800" b="1" dirty="0" smtClean="0">
                <a:effectLst/>
              </a:rPr>
              <a:t>En septiembre se celebra el Primer Curso de la Insignia de Madera en </a:t>
            </a:r>
            <a:r>
              <a:rPr lang="es-ES" sz="1800" b="1" dirty="0" err="1" smtClean="0">
                <a:effectLst/>
              </a:rPr>
              <a:t>Gilwell</a:t>
            </a:r>
            <a:endParaRPr lang="es-ES" sz="1800" b="1" dirty="0" smtClean="0">
              <a:effectLst/>
            </a:endParaRPr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smtClean="0"/>
              <a:t>1920</a:t>
            </a:r>
            <a:endParaRPr lang="es-ES" sz="4000" dirty="0"/>
          </a:p>
        </p:txBody>
      </p:sp>
      <p:pic>
        <p:nvPicPr>
          <p:cNvPr id="5" name="4 Marcador de contenido" descr="olimpia01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3306" y="1785926"/>
            <a:ext cx="5472000" cy="4104000"/>
          </a:xfrm>
        </p:spPr>
      </p:pic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sz="1800" dirty="0" smtClean="0">
                <a:effectLst/>
                <a:latin typeface="Arial" pitchFamily="34" charset="0"/>
                <a:cs typeface="Arial" pitchFamily="34" charset="0"/>
              </a:rPr>
              <a:t>1º </a:t>
            </a:r>
            <a:r>
              <a:rPr lang="es-ES" sz="1800" dirty="0" err="1" smtClean="0">
                <a:effectLst/>
                <a:latin typeface="Arial" pitchFamily="34" charset="0"/>
                <a:cs typeface="Arial" pitchFamily="34" charset="0"/>
              </a:rPr>
              <a:t>Jamboree</a:t>
            </a:r>
            <a:r>
              <a:rPr lang="es-ES" sz="1800" dirty="0" smtClean="0">
                <a:effectLst/>
                <a:latin typeface="Arial" pitchFamily="34" charset="0"/>
                <a:cs typeface="Arial" pitchFamily="34" charset="0"/>
              </a:rPr>
              <a:t> Mundial en Olympia, Londres. </a:t>
            </a:r>
          </a:p>
          <a:p>
            <a:r>
              <a:rPr lang="es-ES" sz="1800" dirty="0" smtClean="0">
                <a:effectLst/>
                <a:latin typeface="Arial" pitchFamily="34" charset="0"/>
                <a:cs typeface="Arial" pitchFamily="34" charset="0"/>
              </a:rPr>
              <a:t>8.000 Scouts de 34 países </a:t>
            </a:r>
          </a:p>
          <a:p>
            <a:endParaRPr lang="es-ES" sz="1800" dirty="0" smtClean="0">
              <a:effectLst/>
              <a:latin typeface="Arial" pitchFamily="34" charset="0"/>
              <a:cs typeface="Arial" pitchFamily="34" charset="0"/>
            </a:endParaRPr>
          </a:p>
          <a:p>
            <a:r>
              <a:rPr lang="es-ES" sz="1800" dirty="0" smtClean="0">
                <a:effectLst/>
                <a:latin typeface="Arial" pitchFamily="34" charset="0"/>
                <a:cs typeface="Arial" pitchFamily="34" charset="0"/>
              </a:rPr>
              <a:t>BP Jefe Scout del Mundo.</a:t>
            </a:r>
          </a:p>
          <a:p>
            <a:endParaRPr lang="es-ES" sz="1800" dirty="0">
              <a:effectLst/>
              <a:latin typeface="Arial" pitchFamily="34" charset="0"/>
              <a:cs typeface="Arial" pitchFamily="34" charset="0"/>
            </a:endParaRPr>
          </a:p>
          <a:p>
            <a:r>
              <a:rPr lang="es-ES" sz="1800" dirty="0" smtClean="0">
                <a:effectLst/>
                <a:latin typeface="Arial" pitchFamily="34" charset="0"/>
                <a:cs typeface="Arial" pitchFamily="34" charset="0"/>
              </a:rPr>
              <a:t>1º Conferencia Scout Internacional en Inglaterra. </a:t>
            </a:r>
          </a:p>
          <a:p>
            <a:endParaRPr lang="es-ES" sz="1800" dirty="0" smtClean="0">
              <a:effectLst/>
              <a:latin typeface="Arial" pitchFamily="34" charset="0"/>
              <a:cs typeface="Arial" pitchFamily="34" charset="0"/>
            </a:endParaRPr>
          </a:p>
          <a:p>
            <a:r>
              <a:rPr lang="es-ES" sz="1800" dirty="0" smtClean="0">
                <a:effectLst/>
                <a:latin typeface="Arial" pitchFamily="34" charset="0"/>
                <a:cs typeface="Arial" pitchFamily="34" charset="0"/>
              </a:rPr>
              <a:t>• Se funda Oficina Internacional de los </a:t>
            </a:r>
            <a:r>
              <a:rPr lang="es-ES" sz="1800" dirty="0" err="1" smtClean="0">
                <a:effectLst/>
                <a:latin typeface="Arial" pitchFamily="34" charset="0"/>
                <a:cs typeface="Arial" pitchFamily="34" charset="0"/>
              </a:rPr>
              <a:t>Boy</a:t>
            </a:r>
            <a:r>
              <a:rPr lang="es-ES" sz="1800" dirty="0" smtClean="0">
                <a:effectLst/>
                <a:latin typeface="Arial" pitchFamily="34" charset="0"/>
                <a:cs typeface="Arial" pitchFamily="34" charset="0"/>
              </a:rPr>
              <a:t> Scouts (ahora Oficina Scout Mundial).</a:t>
            </a:r>
          </a:p>
          <a:p>
            <a:endParaRPr lang="es-E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400" dirty="0" smtClean="0"/>
              <a:t>1922</a:t>
            </a:r>
            <a:endParaRPr lang="es-ES" sz="4400" dirty="0"/>
          </a:p>
        </p:txBody>
      </p:sp>
      <p:pic>
        <p:nvPicPr>
          <p:cNvPr id="5" name="4 Marcador de contenido" descr="rhe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7752" y="1071546"/>
            <a:ext cx="3765393" cy="5328000"/>
          </a:xfrm>
        </p:spPr>
      </p:pic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sz="2800" dirty="0" smtClean="0">
                <a:latin typeface="Arial" pitchFamily="34" charset="0"/>
                <a:cs typeface="Arial" pitchFamily="34" charset="0"/>
              </a:rPr>
              <a:t>“Roverismo hacia el éxito”.</a:t>
            </a:r>
          </a:p>
          <a:p>
            <a:endParaRPr lang="es-ES" sz="2800" dirty="0">
              <a:latin typeface="Arial" pitchFamily="34" charset="0"/>
              <a:cs typeface="Arial" pitchFamily="34" charset="0"/>
            </a:endParaRPr>
          </a:p>
          <a:p>
            <a:endParaRPr lang="es-ES" sz="2800" dirty="0" smtClean="0">
              <a:latin typeface="Arial" pitchFamily="34" charset="0"/>
              <a:cs typeface="Arial" pitchFamily="34" charset="0"/>
            </a:endParaRPr>
          </a:p>
          <a:p>
            <a:r>
              <a:rPr lang="es-ES" sz="2800" dirty="0" smtClean="0">
                <a:latin typeface="Arial" pitchFamily="34" charset="0"/>
                <a:cs typeface="Arial" pitchFamily="34" charset="0"/>
              </a:rPr>
              <a:t> 1º Censo Scout Mundial, 1.019.205 miembros en 31 países.</a:t>
            </a:r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dirty="0" smtClean="0"/>
              <a:t>1941</a:t>
            </a:r>
            <a:endParaRPr lang="es-ES" sz="3200" dirty="0"/>
          </a:p>
        </p:txBody>
      </p:sp>
      <p:pic>
        <p:nvPicPr>
          <p:cNvPr id="5" name="4 Marcador de contenido" descr="bp-09.gif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7554" y="928670"/>
            <a:ext cx="5758994" cy="4536000"/>
          </a:xfrm>
        </p:spPr>
      </p:pic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sz="2800" dirty="0" smtClean="0"/>
              <a:t>Inician los Scout </a:t>
            </a:r>
            <a:r>
              <a:rPr lang="es-ES" sz="2800" dirty="0" err="1" smtClean="0"/>
              <a:t>Aereos</a:t>
            </a:r>
            <a:endParaRPr lang="es-ES" sz="2800" dirty="0" smtClean="0"/>
          </a:p>
          <a:p>
            <a:endParaRPr lang="es-ES" sz="2800" dirty="0"/>
          </a:p>
          <a:p>
            <a:r>
              <a:rPr lang="es-ES" sz="2800" dirty="0" smtClean="0"/>
              <a:t>Fallece </a:t>
            </a:r>
            <a:r>
              <a:rPr lang="es-ES" sz="2800" dirty="0" err="1" smtClean="0"/>
              <a:t>Baden</a:t>
            </a:r>
            <a:r>
              <a:rPr lang="es-ES" sz="2800" dirty="0" smtClean="0"/>
              <a:t> Powell </a:t>
            </a:r>
            <a:endParaRPr lang="es-E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600" dirty="0" smtClean="0"/>
              <a:t>1946</a:t>
            </a:r>
            <a:endParaRPr lang="es-ES" sz="3600" dirty="0"/>
          </a:p>
        </p:txBody>
      </p:sp>
      <p:pic>
        <p:nvPicPr>
          <p:cNvPr id="5" name="4 Marcador de contenido" descr="images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0430" y="557368"/>
            <a:ext cx="5703689" cy="5729152"/>
          </a:xfrm>
        </p:spPr>
      </p:pic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ES" sz="2000" b="1" dirty="0">
              <a:effectLst/>
              <a:latin typeface="Arial" pitchFamily="34" charset="0"/>
              <a:cs typeface="Arial" pitchFamily="34" charset="0"/>
            </a:endParaRPr>
          </a:p>
          <a:p>
            <a:r>
              <a:rPr lang="es-ES" sz="2000" dirty="0" smtClean="0">
                <a:effectLst/>
                <a:latin typeface="Arial" pitchFamily="34" charset="0"/>
                <a:cs typeface="Arial" pitchFamily="34" charset="0"/>
              </a:rPr>
              <a:t>1º Conferencia Scout Interamericana</a:t>
            </a:r>
          </a:p>
          <a:p>
            <a:endParaRPr lang="es-ES" sz="2000" dirty="0">
              <a:effectLst/>
              <a:latin typeface="Arial" pitchFamily="34" charset="0"/>
              <a:cs typeface="Arial" pitchFamily="34" charset="0"/>
            </a:endParaRPr>
          </a:p>
          <a:p>
            <a:r>
              <a:rPr lang="es-ES" sz="2000" dirty="0" smtClean="0">
                <a:effectLst/>
                <a:latin typeface="Arial" pitchFamily="34" charset="0"/>
                <a:cs typeface="Arial" pitchFamily="34" charset="0"/>
              </a:rPr>
              <a:t>Se crea el Consejo Interamericano de Escultismo, con sede en Cuba</a:t>
            </a:r>
            <a:endParaRPr lang="es-ES" sz="2000" dirty="0"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600" dirty="0" smtClean="0"/>
              <a:t>1969</a:t>
            </a:r>
            <a:endParaRPr lang="es-ES" sz="3600" dirty="0"/>
          </a:p>
        </p:txBody>
      </p:sp>
      <p:pic>
        <p:nvPicPr>
          <p:cNvPr id="5" name="4 Marcador de contenido" descr="blogger-image-645796848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0424" y="2071678"/>
            <a:ext cx="5643576" cy="3348000"/>
          </a:xfrm>
        </p:spPr>
      </p:pic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00034" y="1428736"/>
            <a:ext cx="3008313" cy="4691063"/>
          </a:xfrm>
        </p:spPr>
        <p:txBody>
          <a:bodyPr/>
          <a:lstStyle/>
          <a:p>
            <a:r>
              <a:rPr lang="es-ES" sz="2000" dirty="0" err="1" smtClean="0">
                <a:effectLst/>
              </a:rPr>
              <a:t>Neil</a:t>
            </a:r>
            <a:r>
              <a:rPr lang="es-ES" sz="2000" dirty="0" smtClean="0">
                <a:effectLst/>
              </a:rPr>
              <a:t> Armstrong, el primer hombre que pisa la luna es Scout</a:t>
            </a:r>
          </a:p>
          <a:p>
            <a:endParaRPr lang="es-ES" sz="2000" dirty="0" smtClean="0">
              <a:effectLst/>
            </a:endParaRPr>
          </a:p>
          <a:p>
            <a:endParaRPr lang="es-ES" sz="2000" dirty="0" smtClean="0">
              <a:effectLst/>
            </a:endParaRPr>
          </a:p>
          <a:p>
            <a:endParaRPr lang="es-ES" sz="2000" dirty="0">
              <a:effectLst/>
            </a:endParaRPr>
          </a:p>
          <a:p>
            <a:r>
              <a:rPr lang="es-ES" sz="2000" dirty="0" smtClean="0">
                <a:effectLst/>
              </a:rPr>
              <a:t>Entre los pocos objetos personales que podían llevar, llevaron una insignia Scout que actualmente se conserva en la oficina Scout Mundial.</a:t>
            </a:r>
          </a:p>
          <a:p>
            <a:endParaRPr lang="es-E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újula">
  <a:themeElements>
    <a:clrScheme name="Brújula 6">
      <a:dk1>
        <a:srgbClr val="526133"/>
      </a:dk1>
      <a:lt1>
        <a:srgbClr val="FFFFFF"/>
      </a:lt1>
      <a:dk2>
        <a:srgbClr val="4E5D31"/>
      </a:dk2>
      <a:lt2>
        <a:srgbClr val="FFFFCC"/>
      </a:lt2>
      <a:accent1>
        <a:srgbClr val="99CC00"/>
      </a:accent1>
      <a:accent2>
        <a:srgbClr val="7A9505"/>
      </a:accent2>
      <a:accent3>
        <a:srgbClr val="B2B6AD"/>
      </a:accent3>
      <a:accent4>
        <a:srgbClr val="DADADA"/>
      </a:accent4>
      <a:accent5>
        <a:srgbClr val="CAE2AA"/>
      </a:accent5>
      <a:accent6>
        <a:srgbClr val="6E8704"/>
      </a:accent6>
      <a:hlink>
        <a:srgbClr val="FFCC00"/>
      </a:hlink>
      <a:folHlink>
        <a:srgbClr val="CCCC00"/>
      </a:folHlink>
    </a:clrScheme>
    <a:fontScheme name="Brújul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rújula 1">
        <a:dk1>
          <a:srgbClr val="00007A"/>
        </a:dk1>
        <a:lt1>
          <a:srgbClr val="FFFFFF"/>
        </a:lt1>
        <a:dk2>
          <a:srgbClr val="000066"/>
        </a:dk2>
        <a:lt2>
          <a:srgbClr val="CCECFF"/>
        </a:lt2>
        <a:accent1>
          <a:srgbClr val="6F64C2"/>
        </a:accent1>
        <a:accent2>
          <a:srgbClr val="0089BA"/>
        </a:accent2>
        <a:accent3>
          <a:srgbClr val="AAAAB8"/>
        </a:accent3>
        <a:accent4>
          <a:srgbClr val="DADADA"/>
        </a:accent4>
        <a:accent5>
          <a:srgbClr val="BBB8DD"/>
        </a:accent5>
        <a:accent6>
          <a:srgbClr val="007CA8"/>
        </a:accent6>
        <a:hlink>
          <a:srgbClr val="66CCFF"/>
        </a:hlink>
        <a:folHlink>
          <a:srgbClr val="00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rújula 2">
        <a:dk1>
          <a:srgbClr val="5B5D6B"/>
        </a:dk1>
        <a:lt1>
          <a:srgbClr val="FFFFFF"/>
        </a:lt1>
        <a:dk2>
          <a:srgbClr val="5A5C6C"/>
        </a:dk2>
        <a:lt2>
          <a:srgbClr val="FFFFCC"/>
        </a:lt2>
        <a:accent1>
          <a:srgbClr val="9966FF"/>
        </a:accent1>
        <a:accent2>
          <a:srgbClr val="9383B3"/>
        </a:accent2>
        <a:accent3>
          <a:srgbClr val="B5B5BA"/>
        </a:accent3>
        <a:accent4>
          <a:srgbClr val="DADADA"/>
        </a:accent4>
        <a:accent5>
          <a:srgbClr val="CAB8FF"/>
        </a:accent5>
        <a:accent6>
          <a:srgbClr val="8576A2"/>
        </a:accent6>
        <a:hlink>
          <a:srgbClr val="A3C145"/>
        </a:hlink>
        <a:folHlink>
          <a:srgbClr val="6FA9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rújula 3">
        <a:dk1>
          <a:srgbClr val="860000"/>
        </a:dk1>
        <a:lt1>
          <a:srgbClr val="FFFFFF"/>
        </a:lt1>
        <a:dk2>
          <a:srgbClr val="800000"/>
        </a:dk2>
        <a:lt2>
          <a:srgbClr val="FFFFCC"/>
        </a:lt2>
        <a:accent1>
          <a:srgbClr val="FF6600"/>
        </a:accent1>
        <a:accent2>
          <a:srgbClr val="FF9933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E78A2D"/>
        </a:accent6>
        <a:hlink>
          <a:srgbClr val="FF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rújula 4">
        <a:dk1>
          <a:srgbClr val="676A5C"/>
        </a:dk1>
        <a:lt1>
          <a:srgbClr val="FFFFFF"/>
        </a:lt1>
        <a:dk2>
          <a:srgbClr val="686B5D"/>
        </a:dk2>
        <a:lt2>
          <a:srgbClr val="FFFFCC"/>
        </a:lt2>
        <a:accent1>
          <a:srgbClr val="CC6600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E2B8AA"/>
        </a:accent5>
        <a:accent6>
          <a:srgbClr val="738F98"/>
        </a:accent6>
        <a:hlink>
          <a:srgbClr val="DDBF4F"/>
        </a:hlink>
        <a:folHlink>
          <a:srgbClr val="B7B6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rújula 5">
        <a:dk1>
          <a:srgbClr val="AC835E"/>
        </a:dk1>
        <a:lt1>
          <a:srgbClr val="FFFFFF"/>
        </a:lt1>
        <a:dk2>
          <a:srgbClr val="AE8764"/>
        </a:dk2>
        <a:lt2>
          <a:srgbClr val="FFFFCC"/>
        </a:lt2>
        <a:accent1>
          <a:srgbClr val="CC6600"/>
        </a:accent1>
        <a:accent2>
          <a:srgbClr val="FF5050"/>
        </a:accent2>
        <a:accent3>
          <a:srgbClr val="D3C3B8"/>
        </a:accent3>
        <a:accent4>
          <a:srgbClr val="DADADA"/>
        </a:accent4>
        <a:accent5>
          <a:srgbClr val="E2B8AA"/>
        </a:accent5>
        <a:accent6>
          <a:srgbClr val="E74848"/>
        </a:accent6>
        <a:hlink>
          <a:srgbClr val="FFCC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rújula 6">
        <a:dk1>
          <a:srgbClr val="526133"/>
        </a:dk1>
        <a:lt1>
          <a:srgbClr val="FFFFFF"/>
        </a:lt1>
        <a:dk2>
          <a:srgbClr val="4E5D31"/>
        </a:dk2>
        <a:lt2>
          <a:srgbClr val="FFFFCC"/>
        </a:lt2>
        <a:accent1>
          <a:srgbClr val="99CC00"/>
        </a:accent1>
        <a:accent2>
          <a:srgbClr val="7A9505"/>
        </a:accent2>
        <a:accent3>
          <a:srgbClr val="B2B6AD"/>
        </a:accent3>
        <a:accent4>
          <a:srgbClr val="DADADA"/>
        </a:accent4>
        <a:accent5>
          <a:srgbClr val="CAE2AA"/>
        </a:accent5>
        <a:accent6>
          <a:srgbClr val="6E8704"/>
        </a:accent6>
        <a:hlink>
          <a:srgbClr val="FFCC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rújula 7">
        <a:dk1>
          <a:srgbClr val="000000"/>
        </a:dk1>
        <a:lt1>
          <a:srgbClr val="DDDCC5"/>
        </a:lt1>
        <a:dk2>
          <a:srgbClr val="95934B"/>
        </a:dk2>
        <a:lt2>
          <a:srgbClr val="DBDAC3"/>
        </a:lt2>
        <a:accent1>
          <a:srgbClr val="EAEBE1"/>
        </a:accent1>
        <a:accent2>
          <a:srgbClr val="9DB0B7"/>
        </a:accent2>
        <a:accent3>
          <a:srgbClr val="EBEBDF"/>
        </a:accent3>
        <a:accent4>
          <a:srgbClr val="000000"/>
        </a:accent4>
        <a:accent5>
          <a:srgbClr val="F3F3EE"/>
        </a:accent5>
        <a:accent6>
          <a:srgbClr val="8E9FA6"/>
        </a:accent6>
        <a:hlink>
          <a:srgbClr val="009900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újula 8">
        <a:dk1>
          <a:srgbClr val="007E7B"/>
        </a:dk1>
        <a:lt1>
          <a:srgbClr val="FFFFFF"/>
        </a:lt1>
        <a:dk2>
          <a:srgbClr val="008080"/>
        </a:dk2>
        <a:lt2>
          <a:srgbClr val="FFFF99"/>
        </a:lt2>
        <a:accent1>
          <a:srgbClr val="33CCCC"/>
        </a:accent1>
        <a:accent2>
          <a:srgbClr val="00CC66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00B95C"/>
        </a:accent6>
        <a:hlink>
          <a:srgbClr val="CCFFCC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rújula 9">
        <a:dk1>
          <a:srgbClr val="000000"/>
        </a:dk1>
        <a:lt1>
          <a:srgbClr val="FFFFFF"/>
        </a:lt1>
        <a:dk2>
          <a:srgbClr val="000000"/>
        </a:dk2>
        <a:lt2>
          <a:srgbClr val="FEFEFE"/>
        </a:lt2>
        <a:accent1>
          <a:srgbClr val="E1E1FF"/>
        </a:accent1>
        <a:accent2>
          <a:srgbClr val="D9FFF8"/>
        </a:accent2>
        <a:accent3>
          <a:srgbClr val="FFFFFF"/>
        </a:accent3>
        <a:accent4>
          <a:srgbClr val="000000"/>
        </a:accent4>
        <a:accent5>
          <a:srgbClr val="EEEEFF"/>
        </a:accent5>
        <a:accent6>
          <a:srgbClr val="C4E7E1"/>
        </a:accent6>
        <a:hlink>
          <a:srgbClr val="9966FF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495</TotalTime>
  <Words>578</Words>
  <Application>Microsoft Office PowerPoint</Application>
  <PresentationFormat>Presentación en pantalla (4:3)</PresentationFormat>
  <Paragraphs>86</Paragraphs>
  <Slides>21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2" baseType="lpstr">
      <vt:lpstr>Brújula</vt:lpstr>
      <vt:lpstr>HISTORIA DEL MOVIMIENTO SCOUT</vt:lpstr>
      <vt:lpstr>1906</vt:lpstr>
      <vt:lpstr>1907</vt:lpstr>
      <vt:lpstr>1º DE AGOSTO DE 1907 BROWNSEA</vt:lpstr>
      <vt:lpstr>Trascendencia del Campamento en Brownsea</vt:lpstr>
      <vt:lpstr>Diapositiva 6</vt:lpstr>
      <vt:lpstr>1908 ESCULTISMO PARA MUCHACHOS  (POR ENTREGAS QUINCENALES)</vt:lpstr>
      <vt:lpstr>   1909 BP visita Argentina, Brasil y Chile. Se organiza la Asociación de Boy Scouts de Chile, la primera fuera de Inglaterra.</vt:lpstr>
      <vt:lpstr>1909</vt:lpstr>
      <vt:lpstr>1910</vt:lpstr>
      <vt:lpstr>1910</vt:lpstr>
      <vt:lpstr>1912</vt:lpstr>
      <vt:lpstr>1914</vt:lpstr>
      <vt:lpstr>1916</vt:lpstr>
      <vt:lpstr>1918</vt:lpstr>
      <vt:lpstr>1919</vt:lpstr>
      <vt:lpstr>1920</vt:lpstr>
      <vt:lpstr>1922</vt:lpstr>
      <vt:lpstr>1941</vt:lpstr>
      <vt:lpstr>1946</vt:lpstr>
      <vt:lpstr>1969</vt:lpstr>
    </vt:vector>
  </TitlesOfParts>
  <Company>Windows uE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EasyNote</dc:creator>
  <cp:lastModifiedBy>usuario</cp:lastModifiedBy>
  <cp:revision>51</cp:revision>
  <dcterms:created xsi:type="dcterms:W3CDTF">2009-08-13T22:32:59Z</dcterms:created>
  <dcterms:modified xsi:type="dcterms:W3CDTF">2016-07-07T21:32:05Z</dcterms:modified>
</cp:coreProperties>
</file>