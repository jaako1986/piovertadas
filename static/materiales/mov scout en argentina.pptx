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7"/>
  </p:notesMasterIdLst>
  <p:sldIdLst>
    <p:sldId id="257" r:id="rId2"/>
    <p:sldId id="28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0" r:id="rId11"/>
    <p:sldId id="298" r:id="rId12"/>
    <p:sldId id="288" r:id="rId13"/>
    <p:sldId id="299" r:id="rId14"/>
    <p:sldId id="302" r:id="rId15"/>
    <p:sldId id="300" r:id="rId16"/>
    <p:sldId id="301" r:id="rId17"/>
    <p:sldId id="303" r:id="rId18"/>
    <p:sldId id="304" r:id="rId19"/>
    <p:sldId id="305" r:id="rId20"/>
    <p:sldId id="306" r:id="rId21"/>
    <p:sldId id="307" r:id="rId22"/>
    <p:sldId id="309" r:id="rId23"/>
    <p:sldId id="310" r:id="rId24"/>
    <p:sldId id="311" r:id="rId25"/>
    <p:sldId id="308" r:id="rId2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709" autoAdjust="0"/>
  </p:normalViewPr>
  <p:slideViewPr>
    <p:cSldViewPr>
      <p:cViewPr varScale="1">
        <p:scale>
          <a:sx n="71" d="100"/>
          <a:sy n="71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197DC-CA25-4610-ABD8-8EAF5FF618B3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9C982-CB50-4061-88E6-252B3CE273B1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AB9A457-603C-495D-A4B7-CAA2D8E02BBF}" type="datetimeFigureOut">
              <a:rPr lang="es-ES" smtClean="0"/>
              <a:pPr/>
              <a:t>08/07/2016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4590C61-8EDC-4D0E-881A-37461AD72DDE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EL MOVIMIENTO SCOUT EN ARGENTINA</a:t>
            </a:r>
            <a:br>
              <a:rPr lang="es-ES" dirty="0" smtClean="0"/>
            </a:br>
            <a:r>
              <a:rPr lang="es-ES" dirty="0" smtClean="0"/>
              <a:t>HISTORIA</a:t>
            </a:r>
            <a:endParaRPr lang="es-ES" dirty="0"/>
          </a:p>
        </p:txBody>
      </p:sp>
      <p:pic>
        <p:nvPicPr>
          <p:cNvPr id="6" name="5 Marcador de contenido" descr="LIZ NAVAL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428860" y="1069230"/>
            <a:ext cx="4357718" cy="562729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1908</a:t>
            </a:r>
            <a:br>
              <a:rPr lang="es-E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s-ES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Orígenes del </a:t>
            </a:r>
            <a:r>
              <a:rPr lang="es-E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Es</a:t>
            </a:r>
            <a:r>
              <a:rPr lang="es-ES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cultismo en Argentina</a:t>
            </a:r>
            <a:endParaRPr lang="es-ES" sz="24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18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Arturo </a:t>
            </a:r>
            <a:r>
              <a:rPr lang="es-ES" dirty="0" err="1" smtClean="0"/>
              <a:t>Penny</a:t>
            </a:r>
            <a:r>
              <a:rPr lang="es-ES" dirty="0" smtClean="0"/>
              <a:t> recibe los fascículos de Escultismo </a:t>
            </a:r>
            <a:r>
              <a:rPr lang="es-ES" dirty="0" smtClean="0"/>
              <a:t>para Muchachos y </a:t>
            </a:r>
            <a:r>
              <a:rPr lang="es-ES" dirty="0" smtClean="0"/>
              <a:t>forma las primeras patrullas</a:t>
            </a:r>
          </a:p>
          <a:p>
            <a:r>
              <a:rPr lang="es-ES" dirty="0" smtClean="0"/>
              <a:t>27 de Agosto: 1º patrulla de América</a:t>
            </a:r>
            <a:endParaRPr lang="es-ES" dirty="0" smtClean="0"/>
          </a:p>
          <a:p>
            <a:r>
              <a:rPr lang="es-ES" dirty="0" smtClean="0">
                <a:solidFill>
                  <a:srgbClr val="002060"/>
                </a:solidFill>
              </a:rPr>
              <a:t>Patrullas </a:t>
            </a:r>
            <a:r>
              <a:rPr lang="es-ES" dirty="0" err="1" smtClean="0">
                <a:solidFill>
                  <a:srgbClr val="002060"/>
                </a:solidFill>
              </a:rPr>
              <a:t>Aguila</a:t>
            </a:r>
            <a:r>
              <a:rPr lang="es-ES" dirty="0" smtClean="0">
                <a:solidFill>
                  <a:srgbClr val="002060"/>
                </a:solidFill>
              </a:rPr>
              <a:t> </a:t>
            </a:r>
            <a:r>
              <a:rPr lang="es-ES" dirty="0" smtClean="0"/>
              <a:t>: GP Arturo </a:t>
            </a:r>
            <a:r>
              <a:rPr lang="es-ES" dirty="0" err="1" smtClean="0"/>
              <a:t>Penny</a:t>
            </a:r>
            <a:r>
              <a:rPr lang="es-ES" dirty="0" smtClean="0"/>
              <a:t> </a:t>
            </a:r>
            <a:r>
              <a:rPr lang="es-ES" dirty="0" smtClean="0">
                <a:solidFill>
                  <a:srgbClr val="002060"/>
                </a:solidFill>
              </a:rPr>
              <a:t>Patrulla Foca</a:t>
            </a:r>
            <a:r>
              <a:rPr lang="es-ES" dirty="0" smtClean="0"/>
              <a:t>: Arturo </a:t>
            </a:r>
            <a:r>
              <a:rPr lang="es-ES" dirty="0" err="1" smtClean="0"/>
              <a:t>Pears</a:t>
            </a:r>
            <a:r>
              <a:rPr lang="es-ES" dirty="0" smtClean="0"/>
              <a:t> </a:t>
            </a:r>
            <a:r>
              <a:rPr lang="es-ES" dirty="0" err="1" smtClean="0"/>
              <a:t>on</a:t>
            </a:r>
            <a:endParaRPr lang="es-ES" dirty="0" smtClean="0"/>
          </a:p>
        </p:txBody>
      </p:sp>
      <p:pic>
        <p:nvPicPr>
          <p:cNvPr id="6" name="5 Marcador de contenido" descr="300px-Penny1910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71802" y="785794"/>
            <a:ext cx="3729044" cy="5730298"/>
          </a:xfrm>
        </p:spPr>
      </p:pic>
      <p:sp>
        <p:nvSpPr>
          <p:cNvPr id="11" name="10 CuadroTexto"/>
          <p:cNvSpPr txBox="1"/>
          <p:nvPr/>
        </p:nvSpPr>
        <p:spPr>
          <a:xfrm>
            <a:off x="6929454" y="1000108"/>
            <a:ext cx="221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ARTURO PENNY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sz="2800" b="1" dirty="0" smtClean="0">
                <a:solidFill>
                  <a:srgbClr val="002060"/>
                </a:solidFill>
              </a:rPr>
              <a:t>1º </a:t>
            </a:r>
            <a:r>
              <a:rPr lang="es-ES" sz="2800" b="1" dirty="0" smtClean="0">
                <a:solidFill>
                  <a:srgbClr val="002060"/>
                </a:solidFill>
              </a:rPr>
              <a:t>Compañía de </a:t>
            </a:r>
            <a:r>
              <a:rPr lang="es-ES" sz="2800" b="1" dirty="0" err="1" smtClean="0">
                <a:solidFill>
                  <a:srgbClr val="002060"/>
                </a:solidFill>
              </a:rPr>
              <a:t>Boy</a:t>
            </a:r>
            <a:r>
              <a:rPr lang="es-ES" sz="2800" b="1" dirty="0" smtClean="0">
                <a:solidFill>
                  <a:srgbClr val="002060"/>
                </a:solidFill>
              </a:rPr>
              <a:t> Scout  </a:t>
            </a:r>
            <a:r>
              <a:rPr lang="es-ES" sz="2800" b="1" dirty="0" smtClean="0">
                <a:solidFill>
                  <a:srgbClr val="002060"/>
                </a:solidFill>
              </a:rPr>
              <a:t>de </a:t>
            </a:r>
            <a:r>
              <a:rPr lang="es-ES" sz="2800" b="1" dirty="0" smtClean="0">
                <a:solidFill>
                  <a:srgbClr val="002060"/>
                </a:solidFill>
              </a:rPr>
              <a:t>Lomas de Zamora</a:t>
            </a:r>
          </a:p>
          <a:p>
            <a:endParaRPr lang="es-ES" dirty="0"/>
          </a:p>
        </p:txBody>
      </p:sp>
      <p:pic>
        <p:nvPicPr>
          <p:cNvPr id="5" name="4 Marcador de contenido" descr="scouti1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04965" y="1285860"/>
            <a:ext cx="5983646" cy="428628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1909</a:t>
            </a:r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000" dirty="0" smtClean="0"/>
              <a:t>B.P EN ARGENTINA</a:t>
            </a:r>
            <a:endParaRPr lang="es-ES" sz="24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A pedido de Asociación </a:t>
            </a:r>
            <a:r>
              <a:rPr lang="es-ES" dirty="0" smtClean="0"/>
              <a:t>Cristiana de Jóvenes (Y.M.C.A.) de Bs. As. </a:t>
            </a:r>
            <a:r>
              <a:rPr lang="es-ES" dirty="0" smtClean="0">
                <a:solidFill>
                  <a:srgbClr val="002060"/>
                </a:solidFill>
              </a:rPr>
              <a:t>Russell D. Christian </a:t>
            </a:r>
            <a:r>
              <a:rPr lang="es-ES" dirty="0" smtClean="0"/>
              <a:t>lo invitó a pronunciar una conferencia sobre los “</a:t>
            </a:r>
            <a:r>
              <a:rPr lang="es-ES" dirty="0" err="1" smtClean="0"/>
              <a:t>Boy</a:t>
            </a:r>
            <a:r>
              <a:rPr lang="es-ES" dirty="0" smtClean="0"/>
              <a:t> Scouts” el jueves 8 de </a:t>
            </a:r>
            <a:r>
              <a:rPr lang="es-ES" dirty="0" smtClean="0"/>
              <a:t>abril</a:t>
            </a:r>
          </a:p>
          <a:p>
            <a:r>
              <a:rPr lang="es-ES" dirty="0" smtClean="0"/>
              <a:t>Al finalizar la Conferencia, el </a:t>
            </a:r>
            <a:r>
              <a:rPr lang="es-ES" dirty="0" smtClean="0">
                <a:solidFill>
                  <a:srgbClr val="002060"/>
                </a:solidFill>
              </a:rPr>
              <a:t>Sr. </a:t>
            </a:r>
            <a:r>
              <a:rPr lang="es-ES" dirty="0" err="1" smtClean="0">
                <a:solidFill>
                  <a:srgbClr val="002060"/>
                </a:solidFill>
              </a:rPr>
              <a:t>Bertram</a:t>
            </a:r>
            <a:r>
              <a:rPr lang="es-ES" dirty="0" smtClean="0">
                <a:solidFill>
                  <a:srgbClr val="002060"/>
                </a:solidFill>
              </a:rPr>
              <a:t> A. </a:t>
            </a:r>
            <a:r>
              <a:rPr lang="es-ES" dirty="0" err="1" smtClean="0">
                <a:solidFill>
                  <a:srgbClr val="002060"/>
                </a:solidFill>
              </a:rPr>
              <a:t>Shuman</a:t>
            </a:r>
            <a:r>
              <a:rPr lang="es-ES" dirty="0" smtClean="0">
                <a:solidFill>
                  <a:srgbClr val="002060"/>
                </a:solidFill>
              </a:rPr>
              <a:t>, </a:t>
            </a:r>
            <a:r>
              <a:rPr lang="es-ES" dirty="0" smtClean="0"/>
              <a:t>pide formar </a:t>
            </a:r>
            <a:r>
              <a:rPr lang="es-ES" dirty="0" smtClean="0"/>
              <a:t>una comisión promotora del </a:t>
            </a:r>
            <a:r>
              <a:rPr lang="es-ES" dirty="0" err="1" smtClean="0"/>
              <a:t>Scoutismo</a:t>
            </a:r>
            <a:r>
              <a:rPr lang="es-ES" dirty="0" smtClean="0"/>
              <a:t> en la Argentina</a:t>
            </a:r>
            <a:endParaRPr lang="es-ES" dirty="0"/>
          </a:p>
        </p:txBody>
      </p:sp>
      <p:pic>
        <p:nvPicPr>
          <p:cNvPr id="5" name="4 Marcador de contenido" descr="400px-CARAS_Y_CARETAS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000496" y="571480"/>
            <a:ext cx="3900515" cy="5724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1909</a:t>
            </a:r>
            <a:endParaRPr lang="es-ES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>
                <a:solidFill>
                  <a:srgbClr val="002060"/>
                </a:solidFill>
              </a:rPr>
              <a:t>Comisión Promotora </a:t>
            </a:r>
            <a:r>
              <a:rPr lang="es-ES" dirty="0" smtClean="0">
                <a:solidFill>
                  <a:srgbClr val="002060"/>
                </a:solidFill>
              </a:rPr>
              <a:t>del </a:t>
            </a:r>
            <a:r>
              <a:rPr lang="es-ES" dirty="0" err="1" smtClean="0">
                <a:solidFill>
                  <a:srgbClr val="002060"/>
                </a:solidFill>
              </a:rPr>
              <a:t>Scoutismo</a:t>
            </a:r>
            <a:r>
              <a:rPr lang="es-ES" dirty="0" smtClean="0">
                <a:solidFill>
                  <a:srgbClr val="002060"/>
                </a:solidFill>
              </a:rPr>
              <a:t> en la Argentina</a:t>
            </a:r>
            <a:endParaRPr lang="es-ES" dirty="0" smtClean="0">
              <a:solidFill>
                <a:srgbClr val="002060"/>
              </a:solidFill>
            </a:endParaRPr>
          </a:p>
          <a:p>
            <a:endParaRPr lang="es-ES" dirty="0" smtClean="0"/>
          </a:p>
          <a:p>
            <a:r>
              <a:rPr lang="es-ES" dirty="0" smtClean="0"/>
              <a:t>Presidente</a:t>
            </a:r>
            <a:r>
              <a:rPr lang="es-ES" dirty="0" smtClean="0"/>
              <a:t>: J. </a:t>
            </a:r>
            <a:r>
              <a:rPr lang="es-ES" dirty="0" err="1" smtClean="0"/>
              <a:t>Monteith</a:t>
            </a:r>
            <a:r>
              <a:rPr lang="es-ES" dirty="0" smtClean="0"/>
              <a:t> </a:t>
            </a:r>
            <a:r>
              <a:rPr lang="es-ES" dirty="0" err="1" smtClean="0"/>
              <a:t>Drysdale</a:t>
            </a:r>
            <a:r>
              <a:rPr lang="es-ES" dirty="0" smtClean="0"/>
              <a:t> </a:t>
            </a:r>
            <a:endParaRPr lang="es-ES" dirty="0" smtClean="0"/>
          </a:p>
          <a:p>
            <a:r>
              <a:rPr lang="es-ES" dirty="0" smtClean="0"/>
              <a:t>Vicepresidente</a:t>
            </a:r>
            <a:r>
              <a:rPr lang="es-ES" dirty="0" smtClean="0"/>
              <a:t>: R. F. </a:t>
            </a:r>
            <a:r>
              <a:rPr lang="es-ES" dirty="0" err="1" smtClean="0"/>
              <a:t>Burney</a:t>
            </a:r>
            <a:r>
              <a:rPr lang="es-ES" dirty="0" smtClean="0"/>
              <a:t> Wall </a:t>
            </a:r>
            <a:endParaRPr lang="es-ES" dirty="0" smtClean="0"/>
          </a:p>
          <a:p>
            <a:r>
              <a:rPr lang="es-ES" dirty="0" smtClean="0"/>
              <a:t>Secretario</a:t>
            </a:r>
            <a:r>
              <a:rPr lang="es-ES" dirty="0" smtClean="0"/>
              <a:t>: M. S. </a:t>
            </a:r>
            <a:r>
              <a:rPr lang="es-ES" dirty="0" err="1" smtClean="0"/>
              <a:t>Fairlie</a:t>
            </a:r>
            <a:r>
              <a:rPr lang="es-ES" dirty="0" smtClean="0"/>
              <a:t> </a:t>
            </a:r>
            <a:endParaRPr lang="es-ES" dirty="0" smtClean="0"/>
          </a:p>
          <a:p>
            <a:r>
              <a:rPr lang="es-ES" dirty="0" smtClean="0"/>
              <a:t>Tesorero</a:t>
            </a:r>
            <a:r>
              <a:rPr lang="es-ES" dirty="0" smtClean="0"/>
              <a:t>: J. Wilson </a:t>
            </a:r>
            <a:endParaRPr lang="es-ES" dirty="0" smtClean="0"/>
          </a:p>
          <a:p>
            <a:r>
              <a:rPr lang="es-ES" dirty="0" smtClean="0"/>
              <a:t>Vocales: Arturo </a:t>
            </a:r>
            <a:r>
              <a:rPr lang="es-ES" dirty="0" err="1" smtClean="0"/>
              <a:t>Penny</a:t>
            </a:r>
            <a:r>
              <a:rPr lang="es-ES" dirty="0" smtClean="0"/>
              <a:t> C. </a:t>
            </a:r>
            <a:r>
              <a:rPr lang="es-ES" dirty="0" smtClean="0"/>
              <a:t>y C</a:t>
            </a:r>
            <a:r>
              <a:rPr lang="es-ES" dirty="0" smtClean="0"/>
              <a:t>. </a:t>
            </a:r>
            <a:r>
              <a:rPr lang="es-ES" dirty="0" err="1" smtClean="0"/>
              <a:t>Kennard</a:t>
            </a:r>
            <a:r>
              <a:rPr lang="es-ES" dirty="0" smtClean="0"/>
              <a:t>. 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1910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sz="3600" dirty="0" smtClean="0">
                <a:solidFill>
                  <a:srgbClr val="002060"/>
                </a:solidFill>
              </a:rPr>
              <a:t>Russell D. Christian</a:t>
            </a:r>
            <a:endParaRPr lang="es-ES" sz="3600" dirty="0">
              <a:solidFill>
                <a:srgbClr val="002060"/>
              </a:solidFill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R</a:t>
            </a:r>
            <a:r>
              <a:rPr lang="es-ES" dirty="0" smtClean="0"/>
              <a:t>egresa de EUA dónde realizó </a:t>
            </a:r>
            <a:r>
              <a:rPr lang="es-ES" dirty="0" smtClean="0"/>
              <a:t>cursos sobre </a:t>
            </a:r>
            <a:r>
              <a:rPr lang="es-ES" dirty="0" err="1" smtClean="0"/>
              <a:t>Scoutismo</a:t>
            </a:r>
            <a:r>
              <a:rPr lang="es-ES" dirty="0" smtClean="0"/>
              <a:t> con </a:t>
            </a:r>
            <a:r>
              <a:rPr lang="es-ES" dirty="0" err="1" smtClean="0">
                <a:solidFill>
                  <a:srgbClr val="002060"/>
                </a:solidFill>
              </a:rPr>
              <a:t>Ernest</a:t>
            </a:r>
            <a:r>
              <a:rPr lang="es-ES" dirty="0" smtClean="0">
                <a:solidFill>
                  <a:srgbClr val="002060"/>
                </a:solidFill>
              </a:rPr>
              <a:t> Thompson </a:t>
            </a:r>
            <a:r>
              <a:rPr lang="es-ES" dirty="0" err="1" smtClean="0">
                <a:solidFill>
                  <a:srgbClr val="002060"/>
                </a:solidFill>
              </a:rPr>
              <a:t>Seton</a:t>
            </a:r>
            <a:r>
              <a:rPr lang="es-ES" dirty="0" smtClean="0">
                <a:solidFill>
                  <a:srgbClr val="002060"/>
                </a:solidFill>
              </a:rPr>
              <a:t> </a:t>
            </a:r>
            <a:endParaRPr lang="es-ES" dirty="0" smtClean="0">
              <a:solidFill>
                <a:srgbClr val="002060"/>
              </a:solidFill>
            </a:endParaRPr>
          </a:p>
          <a:p>
            <a:r>
              <a:rPr lang="es-ES" dirty="0" smtClean="0"/>
              <a:t>Rechaza el ofrecimiento se ser nombrado Jefe Scout y </a:t>
            </a:r>
            <a:r>
              <a:rPr lang="es-ES" dirty="0" smtClean="0"/>
              <a:t>se ofrece para ser Comisionado (Encarga-do del Programa</a:t>
            </a:r>
            <a:r>
              <a:rPr lang="es-ES" dirty="0" smtClean="0"/>
              <a:t>)</a:t>
            </a:r>
          </a:p>
          <a:p>
            <a:r>
              <a:rPr lang="es-ES" dirty="0" smtClean="0"/>
              <a:t>8 de diciembre de 1910 </a:t>
            </a:r>
            <a:r>
              <a:rPr lang="es-ES" dirty="0" smtClean="0"/>
              <a:t>organiza el </a:t>
            </a:r>
            <a:r>
              <a:rPr lang="es-ES" dirty="0" smtClean="0"/>
              <a:t>Primer Torneo </a:t>
            </a:r>
            <a:r>
              <a:rPr lang="es-ES" dirty="0" smtClean="0"/>
              <a:t>Scout: participan Compañías de Lomas </a:t>
            </a:r>
            <a:r>
              <a:rPr lang="es-ES" dirty="0" smtClean="0"/>
              <a:t>de Zamora y </a:t>
            </a:r>
            <a:r>
              <a:rPr lang="es-ES" dirty="0" smtClean="0"/>
              <a:t>del </a:t>
            </a:r>
            <a:r>
              <a:rPr lang="es-ES" dirty="0" smtClean="0"/>
              <a:t>Colegio Escocés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1911</a:t>
            </a:r>
            <a:endParaRPr lang="es-ES" sz="44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Russell D. Christian </a:t>
            </a:r>
            <a:r>
              <a:rPr lang="es-ES" dirty="0" smtClean="0"/>
              <a:t>organiza </a:t>
            </a:r>
            <a:r>
              <a:rPr lang="es-ES" dirty="0" smtClean="0"/>
              <a:t>la 2ª Cía. de Barracas con alumnos de la Academia “San </a:t>
            </a:r>
            <a:r>
              <a:rPr lang="es-ES" dirty="0" smtClean="0"/>
              <a:t>Andrés</a:t>
            </a:r>
          </a:p>
          <a:p>
            <a:r>
              <a:rPr lang="es-ES" dirty="0" smtClean="0"/>
              <a:t>1ª Cía. Villa Devoto en el “</a:t>
            </a:r>
            <a:r>
              <a:rPr lang="es-ES" dirty="0" err="1" smtClean="0"/>
              <a:t>English</a:t>
            </a:r>
            <a:r>
              <a:rPr lang="es-ES" dirty="0" smtClean="0"/>
              <a:t> </a:t>
            </a:r>
            <a:r>
              <a:rPr lang="es-ES" dirty="0" err="1" smtClean="0"/>
              <a:t>High</a:t>
            </a:r>
            <a:r>
              <a:rPr lang="es-ES" dirty="0" smtClean="0"/>
              <a:t> </a:t>
            </a:r>
            <a:r>
              <a:rPr lang="es-ES" dirty="0" err="1" smtClean="0"/>
              <a:t>School</a:t>
            </a:r>
            <a:r>
              <a:rPr lang="es-ES" dirty="0" smtClean="0"/>
              <a:t>”, luego Compañía Gral. </a:t>
            </a:r>
            <a:r>
              <a:rPr lang="es-ES" dirty="0" smtClean="0"/>
              <a:t>Arenales</a:t>
            </a:r>
          </a:p>
          <a:p>
            <a:r>
              <a:rPr lang="es-ES" dirty="0" smtClean="0"/>
              <a:t>3°Compania de Barracas.(En la actualidad 3°compania Scout Coronel </a:t>
            </a:r>
            <a:r>
              <a:rPr lang="es-ES" dirty="0" err="1" smtClean="0"/>
              <a:t>Pringles</a:t>
            </a:r>
            <a:r>
              <a:rPr lang="es-ES" dirty="0" smtClean="0"/>
              <a:t>)</a:t>
            </a:r>
          </a:p>
          <a:p>
            <a:r>
              <a:rPr lang="es-ES" dirty="0" smtClean="0"/>
              <a:t>Arturo </a:t>
            </a:r>
            <a:r>
              <a:rPr lang="es-ES" dirty="0" err="1" smtClean="0"/>
              <a:t>Penny</a:t>
            </a:r>
            <a:r>
              <a:rPr lang="es-ES" dirty="0" smtClean="0"/>
              <a:t> presentó a Russell D. Christian con el “Perito” Francisco P. </a:t>
            </a:r>
            <a:r>
              <a:rPr lang="es-ES" dirty="0" smtClean="0"/>
              <a:t>Moreno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1911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sz="2000" dirty="0" smtClean="0">
                <a:solidFill>
                  <a:srgbClr val="002060"/>
                </a:solidFill>
              </a:rPr>
              <a:t>Ingeniero Arturo Young la revista “El Scout Argentino” que luego seria el órgano oficial del Movimiento</a:t>
            </a:r>
            <a:endParaRPr lang="es-ES" sz="2000" dirty="0">
              <a:solidFill>
                <a:srgbClr val="002060"/>
              </a:solidFill>
            </a:endParaRPr>
          </a:p>
        </p:txBody>
      </p:sp>
      <p:pic>
        <p:nvPicPr>
          <p:cNvPr id="5" name="4 Marcador de contenido" descr="escult2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714744" y="716273"/>
            <a:ext cx="4641873" cy="557024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1912</a:t>
            </a:r>
            <a:endParaRPr lang="es-ES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sz="2400" dirty="0" smtClean="0"/>
              <a:t>Acuerdo entre YMCA y la fundación “La Obra De La Patria</a:t>
            </a:r>
            <a:r>
              <a:rPr lang="es-ES" sz="2400" dirty="0" smtClean="0"/>
              <a:t>”</a:t>
            </a:r>
          </a:p>
          <a:p>
            <a:r>
              <a:rPr lang="es-ES" sz="2400" dirty="0" smtClean="0"/>
              <a:t>Asamblea Constitutiva </a:t>
            </a:r>
            <a:r>
              <a:rPr lang="es-ES" sz="2400" dirty="0" smtClean="0">
                <a:solidFill>
                  <a:srgbClr val="002060"/>
                </a:solidFill>
              </a:rPr>
              <a:t>Asociación </a:t>
            </a:r>
            <a:r>
              <a:rPr lang="es-ES" sz="2400" dirty="0" smtClean="0">
                <a:solidFill>
                  <a:srgbClr val="002060"/>
                </a:solidFill>
              </a:rPr>
              <a:t>de </a:t>
            </a:r>
            <a:r>
              <a:rPr lang="es-ES" sz="2400" dirty="0" err="1" smtClean="0">
                <a:solidFill>
                  <a:srgbClr val="002060"/>
                </a:solidFill>
              </a:rPr>
              <a:t>Boy</a:t>
            </a:r>
            <a:r>
              <a:rPr lang="es-ES" sz="2400" dirty="0" smtClean="0">
                <a:solidFill>
                  <a:srgbClr val="002060"/>
                </a:solidFill>
              </a:rPr>
              <a:t> Scouts Argentinos</a:t>
            </a:r>
          </a:p>
          <a:p>
            <a:endParaRPr lang="es-ES" dirty="0" smtClean="0"/>
          </a:p>
          <a:p>
            <a:endParaRPr lang="es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s-ES" sz="4400" dirty="0" smtClean="0">
                <a:solidFill>
                  <a:srgbClr val="002060"/>
                </a:solidFill>
              </a:rPr>
              <a:t>Fundadores </a:t>
            </a:r>
            <a:r>
              <a:rPr lang="es-ES" sz="4400" dirty="0" smtClean="0">
                <a:solidFill>
                  <a:srgbClr val="002060"/>
                </a:solidFill>
              </a:rPr>
              <a:t>del </a:t>
            </a:r>
            <a:r>
              <a:rPr lang="es-ES" sz="4400" dirty="0" err="1" smtClean="0">
                <a:solidFill>
                  <a:srgbClr val="002060"/>
                </a:solidFill>
              </a:rPr>
              <a:t>Scoutismo</a:t>
            </a:r>
            <a:r>
              <a:rPr lang="es-ES" sz="4400" dirty="0" smtClean="0">
                <a:solidFill>
                  <a:srgbClr val="002060"/>
                </a:solidFill>
              </a:rPr>
              <a:t> </a:t>
            </a:r>
            <a:r>
              <a:rPr lang="es-ES" sz="4400" dirty="0" smtClean="0">
                <a:solidFill>
                  <a:srgbClr val="002060"/>
                </a:solidFill>
              </a:rPr>
              <a:t>en la Argentina</a:t>
            </a:r>
            <a:r>
              <a:rPr lang="es-ES" sz="4400" dirty="0" smtClean="0"/>
              <a:t>”</a:t>
            </a:r>
          </a:p>
          <a:p>
            <a:r>
              <a:rPr lang="es-ES" sz="4400" dirty="0" smtClean="0">
                <a:solidFill>
                  <a:srgbClr val="002060"/>
                </a:solidFill>
              </a:rPr>
              <a:t>Francisco P. Moreno, Presidente</a:t>
            </a:r>
          </a:p>
          <a:p>
            <a:r>
              <a:rPr lang="es-ES" sz="4000" dirty="0" smtClean="0"/>
              <a:t>Rosendo Fraga</a:t>
            </a:r>
          </a:p>
          <a:p>
            <a:r>
              <a:rPr lang="es-ES" sz="4000" dirty="0" err="1" smtClean="0"/>
              <a:t>Montheit</a:t>
            </a:r>
            <a:r>
              <a:rPr lang="es-ES" sz="4000" dirty="0" smtClean="0"/>
              <a:t> </a:t>
            </a:r>
            <a:r>
              <a:rPr lang="es-ES" sz="4000" dirty="0" err="1" smtClean="0"/>
              <a:t>Drysdale</a:t>
            </a:r>
            <a:endParaRPr lang="es-ES" sz="4000" dirty="0" smtClean="0"/>
          </a:p>
          <a:p>
            <a:r>
              <a:rPr lang="es-ES" sz="4000" dirty="0" smtClean="0"/>
              <a:t>Modesto Quiroga, </a:t>
            </a:r>
          </a:p>
          <a:p>
            <a:r>
              <a:rPr lang="es-ES" sz="4000" dirty="0" smtClean="0"/>
              <a:t>Ángel P </a:t>
            </a:r>
            <a:r>
              <a:rPr lang="es-ES" sz="4000" dirty="0" err="1" smtClean="0"/>
              <a:t>Allaria</a:t>
            </a:r>
            <a:r>
              <a:rPr lang="es-ES" sz="4000" dirty="0" smtClean="0"/>
              <a:t> </a:t>
            </a:r>
          </a:p>
          <a:p>
            <a:r>
              <a:rPr lang="es-ES" sz="4000" dirty="0" smtClean="0"/>
              <a:t>José Juan Biedma, </a:t>
            </a:r>
          </a:p>
          <a:p>
            <a:r>
              <a:rPr lang="es-ES" sz="4000" dirty="0" smtClean="0"/>
              <a:t>Juan </a:t>
            </a:r>
            <a:r>
              <a:rPr lang="es-ES" sz="4000" dirty="0" err="1" smtClean="0"/>
              <a:t>Canter</a:t>
            </a:r>
            <a:r>
              <a:rPr lang="es-ES" sz="4000" dirty="0" smtClean="0"/>
              <a:t>,</a:t>
            </a:r>
          </a:p>
          <a:p>
            <a:r>
              <a:rPr lang="es-ES" sz="4000" dirty="0" smtClean="0"/>
              <a:t>Manuel J. </a:t>
            </a:r>
            <a:r>
              <a:rPr lang="es-ES" sz="4000" dirty="0" err="1" smtClean="0"/>
              <a:t>Corvalán</a:t>
            </a:r>
            <a:endParaRPr lang="es-ES" sz="4000" dirty="0" smtClean="0"/>
          </a:p>
          <a:p>
            <a:r>
              <a:rPr lang="es-ES" sz="4000" dirty="0" smtClean="0"/>
              <a:t>Luis J. </a:t>
            </a:r>
            <a:r>
              <a:rPr lang="es-ES" sz="4000" dirty="0" err="1" smtClean="0"/>
              <a:t>Dellepiane</a:t>
            </a:r>
            <a:endParaRPr lang="es-ES" sz="4000" dirty="0" smtClean="0"/>
          </a:p>
          <a:p>
            <a:r>
              <a:rPr lang="es-ES" sz="4000" dirty="0" smtClean="0"/>
              <a:t>Ricardo </a:t>
            </a:r>
            <a:r>
              <a:rPr lang="es-ES" sz="4000" dirty="0" err="1" smtClean="0"/>
              <a:t>Dowdall</a:t>
            </a:r>
            <a:endParaRPr lang="es-ES" sz="4000" dirty="0" smtClean="0"/>
          </a:p>
          <a:p>
            <a:r>
              <a:rPr lang="es-ES" sz="4000" dirty="0" smtClean="0"/>
              <a:t> Clemente </a:t>
            </a:r>
            <a:r>
              <a:rPr lang="es-ES" sz="4000" dirty="0" err="1" smtClean="0"/>
              <a:t>Onelli</a:t>
            </a:r>
            <a:endParaRPr lang="es-ES" sz="4000" dirty="0" smtClean="0"/>
          </a:p>
          <a:p>
            <a:r>
              <a:rPr lang="es-ES" sz="4000" dirty="0" smtClean="0"/>
              <a:t> Pablo </a:t>
            </a:r>
            <a:r>
              <a:rPr lang="es-ES" sz="4000" dirty="0" err="1" smtClean="0"/>
              <a:t>Richieri</a:t>
            </a:r>
            <a:endParaRPr lang="es-ES" sz="4000" dirty="0" smtClean="0"/>
          </a:p>
          <a:p>
            <a:r>
              <a:rPr lang="es-ES" sz="4000" dirty="0" smtClean="0"/>
              <a:t>Carlos R. </a:t>
            </a:r>
            <a:r>
              <a:rPr lang="es-ES" sz="4000" dirty="0" err="1" smtClean="0"/>
              <a:t>Ripamonte</a:t>
            </a:r>
            <a:r>
              <a:rPr lang="es-ES" sz="4000" dirty="0" smtClean="0"/>
              <a:t> Martín Rodríguez</a:t>
            </a:r>
          </a:p>
          <a:p>
            <a:r>
              <a:rPr lang="es-ES" sz="4000" dirty="0" smtClean="0"/>
              <a:t>Tomás Santa Coloma</a:t>
            </a:r>
          </a:p>
          <a:p>
            <a:r>
              <a:rPr lang="es-ES" sz="4000" dirty="0" smtClean="0"/>
              <a:t>Frank L. Soler</a:t>
            </a:r>
          </a:p>
          <a:p>
            <a:r>
              <a:rPr lang="es-ES" sz="4000" dirty="0" smtClean="0"/>
              <a:t>Carlos </a:t>
            </a:r>
            <a:r>
              <a:rPr lang="es-ES" sz="4000" dirty="0" err="1" smtClean="0"/>
              <a:t>Thays</a:t>
            </a:r>
            <a:endParaRPr lang="es-ES" sz="4000" dirty="0" smtClean="0"/>
          </a:p>
          <a:p>
            <a:r>
              <a:rPr lang="es-ES" sz="4000" dirty="0" smtClean="0"/>
              <a:t>Arturo Young</a:t>
            </a:r>
          </a:p>
          <a:p>
            <a:r>
              <a:rPr lang="es-ES" sz="4000" dirty="0" smtClean="0"/>
              <a:t>Comisionado Nacional, Russell D. Christian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2015</a:t>
            </a:r>
            <a:endParaRPr lang="es-ES" sz="44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smtClean="0"/>
              <a:t>El 5 de julio de 1915 </a:t>
            </a:r>
          </a:p>
          <a:p>
            <a:pPr algn="l"/>
            <a:r>
              <a:rPr lang="es-ES" dirty="0" smtClean="0"/>
              <a:t>el</a:t>
            </a:r>
            <a:r>
              <a:rPr lang="es-ES" sz="2000" dirty="0" smtClean="0"/>
              <a:t> Ingeniero de la Armada Argentina, Don ARMANDO DEMETRIO </a:t>
            </a:r>
            <a:r>
              <a:rPr lang="es-ES" sz="2000" dirty="0" smtClean="0"/>
              <a:t>FISCHER</a:t>
            </a:r>
            <a:endParaRPr lang="es-ES" sz="2000" dirty="0" smtClean="0"/>
          </a:p>
          <a:p>
            <a:pPr algn="l"/>
            <a:endParaRPr lang="es-ES" dirty="0" smtClean="0"/>
          </a:p>
          <a:p>
            <a:pPr algn="l"/>
            <a:endParaRPr lang="es-ES" dirty="0" smtClean="0"/>
          </a:p>
          <a:p>
            <a:pPr algn="l"/>
            <a:r>
              <a:rPr lang="es-ES" dirty="0" smtClean="0"/>
              <a:t>Agrupación Almirante Guillermo Brown de Puerto Belgrano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5 DE JULIO</a:t>
            </a:r>
          </a:p>
          <a:p>
            <a:pPr algn="ctr">
              <a:buNone/>
            </a:pPr>
            <a:r>
              <a:rPr lang="es-ES" dirty="0" smtClean="0">
                <a:solidFill>
                  <a:srgbClr val="0070C0"/>
                </a:solidFill>
              </a:rPr>
              <a:t>LOBO MARINO – PRIMERA PATRULLA DE SCOUT DE MAR</a:t>
            </a:r>
          </a:p>
          <a:p>
            <a:pPr algn="ctr">
              <a:buNone/>
            </a:pPr>
            <a:r>
              <a:rPr lang="es-ES" dirty="0" smtClean="0">
                <a:solidFill>
                  <a:srgbClr val="0070C0"/>
                </a:solidFill>
              </a:rPr>
              <a:t>Y PRIMERA PATRULLA DE SCOUT NAVALES DE AMERICA LATINA</a:t>
            </a:r>
          </a:p>
          <a:p>
            <a:r>
              <a:rPr lang="es-ES" dirty="0" smtClean="0"/>
              <a:t>GUIA DE PATRULLA ALFREDO </a:t>
            </a:r>
            <a:r>
              <a:rPr lang="es-ES" dirty="0" smtClean="0"/>
              <a:t>LEONI </a:t>
            </a:r>
          </a:p>
          <a:p>
            <a:r>
              <a:rPr lang="es-ES" dirty="0" smtClean="0"/>
              <a:t>SUB GUIA ADOLFO </a:t>
            </a:r>
            <a:r>
              <a:rPr lang="es-ES" dirty="0" smtClean="0"/>
              <a:t>BLIND</a:t>
            </a:r>
            <a:endParaRPr lang="es-ES" dirty="0" smtClean="0"/>
          </a:p>
          <a:p>
            <a:endParaRPr lang="es-ES" sz="1800" dirty="0" smtClean="0"/>
          </a:p>
          <a:p>
            <a:pPr>
              <a:buNone/>
            </a:pPr>
            <a:r>
              <a:rPr lang="es-ES" sz="1800" dirty="0" smtClean="0"/>
              <a:t> </a:t>
            </a:r>
            <a:r>
              <a:rPr lang="es-ES" sz="1800" dirty="0" smtClean="0"/>
              <a:t>    Inicialmente llamados Grumetes de Mar se constituyen en una de las primeras organizaciones miembros de INSA</a:t>
            </a:r>
            <a:endParaRPr lang="es-E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1916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Los Scout Argentinos rinden homenaje en la Casa de Tucumán a los gestores de la Independencia</a:t>
            </a:r>
          </a:p>
          <a:p>
            <a:r>
              <a:rPr lang="es-ES" dirty="0" smtClean="0"/>
              <a:t>Placa conmemorativa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   </a:t>
            </a:r>
            <a:r>
              <a:rPr lang="es-ES" dirty="0" smtClean="0">
                <a:solidFill>
                  <a:srgbClr val="0070C0"/>
                </a:solidFill>
              </a:rPr>
              <a:t>“Los </a:t>
            </a:r>
            <a:r>
              <a:rPr lang="es-ES" dirty="0" err="1" smtClean="0">
                <a:solidFill>
                  <a:srgbClr val="0070C0"/>
                </a:solidFill>
              </a:rPr>
              <a:t>Boy</a:t>
            </a:r>
            <a:r>
              <a:rPr lang="es-ES" dirty="0" smtClean="0">
                <a:solidFill>
                  <a:srgbClr val="0070C0"/>
                </a:solidFill>
              </a:rPr>
              <a:t> Scouts Argentinos, homenaje en el primer centenario </a:t>
            </a:r>
            <a:r>
              <a:rPr lang="es-ES" dirty="0" smtClean="0">
                <a:solidFill>
                  <a:srgbClr val="0070C0"/>
                </a:solidFill>
              </a:rPr>
              <a:t>1816-1916”</a:t>
            </a:r>
            <a:endParaRPr lang="es-E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sz="3200" dirty="0" smtClean="0"/>
              <a:t>FRANISCO P. MORENO</a:t>
            </a:r>
            <a:endParaRPr lang="es-ES" sz="3200" dirty="0"/>
          </a:p>
        </p:txBody>
      </p:sp>
      <p:pic>
        <p:nvPicPr>
          <p:cNvPr id="5" name="4 Marcador de contenido" descr="PeritoMoreno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428992" y="113527"/>
            <a:ext cx="5072098" cy="661063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1917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Presidente de la Nación, el Dr. Hipólito </a:t>
            </a:r>
            <a:r>
              <a:rPr lang="es-ES" sz="2000" dirty="0" err="1" smtClean="0">
                <a:latin typeface="Arial" pitchFamily="34" charset="0"/>
                <a:cs typeface="Arial" pitchFamily="34" charset="0"/>
              </a:rPr>
              <a:t>Yrigoyen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 firma el Decreto que declara a la Asociación Nacional de </a:t>
            </a:r>
            <a:r>
              <a:rPr lang="es-ES" sz="2000" dirty="0" err="1" smtClean="0">
                <a:latin typeface="Arial" pitchFamily="34" charset="0"/>
                <a:cs typeface="Arial" pitchFamily="34" charset="0"/>
              </a:rPr>
              <a:t>Boy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 Scouts Argentinos, como "Institución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Nacional“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Capital Federal 5 asociaciones locales y 14 compañías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Interior 25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Asociaciones y 42 compañías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rimer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torneo scout con una participación de más de 300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scouts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Un grupo de Scouts argentinos cruzan la cordillera a pié por la misma senda del Cruce de los Andes</a:t>
            </a:r>
          </a:p>
          <a:p>
            <a:r>
              <a:rPr lang="es-ES" sz="2000" dirty="0" smtClean="0">
                <a:latin typeface="Arial" pitchFamily="34" charset="0"/>
                <a:cs typeface="Arial" pitchFamily="34" charset="0"/>
              </a:rPr>
              <a:t>La Junta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Ejecutiva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Nacional invita a diversas organizaciones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para que se unan a 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la Asociación 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de "</a:t>
            </a:r>
            <a:r>
              <a:rPr lang="es-ES" sz="2000" dirty="0" err="1" smtClean="0">
                <a:latin typeface="Arial" pitchFamily="34" charset="0"/>
                <a:cs typeface="Arial" pitchFamily="34" charset="0"/>
              </a:rPr>
              <a:t>Boy</a:t>
            </a:r>
            <a:r>
              <a:rPr lang="es-ES" sz="2000" dirty="0" smtClean="0">
                <a:latin typeface="Arial" pitchFamily="34" charset="0"/>
                <a:cs typeface="Arial" pitchFamily="34" charset="0"/>
              </a:rPr>
              <a:t> Scouts"</a:t>
            </a:r>
            <a:endParaRPr lang="es-E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1918</a:t>
            </a:r>
            <a:endParaRPr lang="es-ES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Se aprueba </a:t>
            </a:r>
            <a:r>
              <a:rPr lang="es-ES" dirty="0" smtClean="0"/>
              <a:t>el Reglamento General y Programa de Trabajo de la Asociación </a:t>
            </a:r>
            <a:r>
              <a:rPr lang="es-ES" dirty="0" smtClean="0"/>
              <a:t>Nacional.</a:t>
            </a:r>
          </a:p>
          <a:p>
            <a:r>
              <a:rPr lang="es-ES" b="1" dirty="0" smtClean="0"/>
              <a:t>INSTITUCION NACIONAL DE BOY SCOUTS </a:t>
            </a:r>
            <a:r>
              <a:rPr lang="es-ES" b="1" dirty="0" smtClean="0"/>
              <a:t>ARGENTINOS (I.N.S.A)</a:t>
            </a:r>
            <a:endParaRPr lang="es-E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1919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sz="3200" dirty="0" smtClean="0"/>
              <a:t>Fallece Francisco P. Moreno</a:t>
            </a:r>
          </a:p>
          <a:p>
            <a:r>
              <a:rPr lang="es-ES" sz="3200" dirty="0" smtClean="0"/>
              <a:t>Fallece </a:t>
            </a:r>
            <a:r>
              <a:rPr lang="es-ES" sz="3200" dirty="0" smtClean="0"/>
              <a:t>el Presidente de la Asociación General Ramón Ruiz </a:t>
            </a:r>
            <a:endParaRPr lang="es-E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1920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>
                <a:solidFill>
                  <a:srgbClr val="0070C0"/>
                </a:solidFill>
              </a:rPr>
              <a:t>ERNESTO TORQUINST </a:t>
            </a:r>
          </a:p>
          <a:p>
            <a:endParaRPr lang="es-ES" dirty="0" smtClean="0"/>
          </a:p>
          <a:p>
            <a:r>
              <a:rPr lang="es-ES" dirty="0" smtClean="0"/>
              <a:t>PRIMER SCOUT ARGENTINO EN PARTICIPAR DE UN JAMBOREE MUDIAL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1922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Asociación Nacional de </a:t>
            </a:r>
            <a:r>
              <a:rPr lang="es-ES" dirty="0" err="1" smtClean="0"/>
              <a:t>Boys</a:t>
            </a:r>
            <a:r>
              <a:rPr lang="es-ES" dirty="0" smtClean="0"/>
              <a:t> Scout Argentinos ingresa a la Oficina Internacional de los </a:t>
            </a:r>
            <a:r>
              <a:rPr lang="es-ES" dirty="0" err="1" smtClean="0"/>
              <a:t>Boys</a:t>
            </a:r>
            <a:r>
              <a:rPr lang="es-ES" dirty="0" smtClean="0"/>
              <a:t> </a:t>
            </a:r>
            <a:r>
              <a:rPr lang="es-ES" dirty="0" smtClean="0"/>
              <a:t>Scouts</a:t>
            </a:r>
          </a:p>
          <a:p>
            <a:r>
              <a:rPr lang="es-ES" dirty="0" smtClean="0"/>
              <a:t>Primer </a:t>
            </a:r>
            <a:r>
              <a:rPr lang="es-ES" dirty="0" smtClean="0"/>
              <a:t>Congreso Nacional </a:t>
            </a:r>
            <a:r>
              <a:rPr lang="es-ES" dirty="0" smtClean="0"/>
              <a:t>Scout</a:t>
            </a:r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1924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Primer viaje internacional de una Delegación Scout Argentina </a:t>
            </a:r>
          </a:p>
          <a:p>
            <a:r>
              <a:rPr lang="es-ES" sz="4000" dirty="0" smtClean="0"/>
              <a:t>Conferencia </a:t>
            </a:r>
            <a:r>
              <a:rPr lang="es-ES" sz="4000" dirty="0" smtClean="0"/>
              <a:t>Scout </a:t>
            </a:r>
            <a:r>
              <a:rPr lang="es-ES" sz="4000" dirty="0" smtClean="0"/>
              <a:t>Mundial</a:t>
            </a:r>
          </a:p>
          <a:p>
            <a:r>
              <a:rPr lang="es-ES" sz="4000" dirty="0" err="1" smtClean="0"/>
              <a:t>Jamboree</a:t>
            </a:r>
            <a:r>
              <a:rPr lang="es-ES" sz="4000" dirty="0" smtClean="0"/>
              <a:t> de Dinamarca</a:t>
            </a:r>
            <a:r>
              <a:rPr lang="es-ES" sz="4000" dirty="0" smtClean="0"/>
              <a:t>.</a:t>
            </a:r>
            <a:endParaRPr lang="es-E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1929 a 1934</a:t>
            </a:r>
            <a:endParaRPr lang="es-ES" sz="32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Aparecen los primeros grupos en escuelas católicas con auspicio de la Iglesia Católica </a:t>
            </a:r>
          </a:p>
          <a:p>
            <a:r>
              <a:rPr lang="es-ES" dirty="0" smtClean="0"/>
              <a:t>Sacerdote Julio </a:t>
            </a:r>
            <a:r>
              <a:rPr lang="es-ES" dirty="0" err="1" smtClean="0"/>
              <a:t>Meinville</a:t>
            </a:r>
            <a:endParaRPr lang="es-ES" dirty="0" smtClean="0"/>
          </a:p>
          <a:p>
            <a:pPr lvl="1"/>
            <a:r>
              <a:rPr lang="es-ES" dirty="0" smtClean="0"/>
              <a:t>El </a:t>
            </a:r>
            <a:r>
              <a:rPr lang="es-ES" dirty="0" smtClean="0"/>
              <a:t>Ingeniero Armando Fischer abre un Grupo Scout capilla </a:t>
            </a:r>
            <a:r>
              <a:rPr lang="es-ES" dirty="0" smtClean="0"/>
              <a:t>la </a:t>
            </a:r>
            <a:r>
              <a:rPr lang="es-ES" dirty="0" smtClean="0"/>
              <a:t>de la Compañía de San </a:t>
            </a:r>
            <a:r>
              <a:rPr lang="es-ES" dirty="0" smtClean="0"/>
              <a:t>Pablo (</a:t>
            </a:r>
            <a:r>
              <a:rPr lang="es-ES" dirty="0" err="1" smtClean="0"/>
              <a:t>Gerli</a:t>
            </a:r>
            <a:r>
              <a:rPr lang="es-ES" dirty="0" smtClean="0"/>
              <a:t>)</a:t>
            </a:r>
          </a:p>
          <a:p>
            <a:pPr lvl="1"/>
            <a:r>
              <a:rPr lang="es-ES" dirty="0" smtClean="0"/>
              <a:t>Grupo Scout "Cardenal </a:t>
            </a:r>
            <a:r>
              <a:rPr lang="es-ES" dirty="0" smtClean="0"/>
              <a:t>Ferrari“ en Capital Federal</a:t>
            </a:r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1937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Cardenal </a:t>
            </a:r>
            <a:r>
              <a:rPr lang="es-ES" dirty="0" err="1" smtClean="0"/>
              <a:t>Copello,obispo</a:t>
            </a:r>
            <a:r>
              <a:rPr lang="es-ES" dirty="0" smtClean="0"/>
              <a:t> </a:t>
            </a:r>
            <a:r>
              <a:rPr lang="es-ES" dirty="0" smtClean="0"/>
              <a:t>primado de la </a:t>
            </a:r>
            <a:r>
              <a:rPr lang="es-ES" dirty="0" smtClean="0"/>
              <a:t>Argentina reconoce </a:t>
            </a:r>
            <a:r>
              <a:rPr lang="es-ES" dirty="0" smtClean="0"/>
              <a:t>la creación de la "Unión Scouts Católicos </a:t>
            </a:r>
            <a:r>
              <a:rPr lang="es-ES" dirty="0" smtClean="0"/>
              <a:t>Argentinos“</a:t>
            </a:r>
          </a:p>
          <a:p>
            <a:r>
              <a:rPr lang="es-ES" dirty="0" smtClean="0"/>
              <a:t>Nacimiento de la USCA</a:t>
            </a:r>
          </a:p>
          <a:p>
            <a:r>
              <a:rPr lang="es-ES" dirty="0" smtClean="0"/>
              <a:t>40 Grupos Scouts en la Capital</a:t>
            </a:r>
            <a:endParaRPr lang="es-E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1939</a:t>
            </a:r>
            <a:endParaRPr lang="es-ES" sz="3600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1171564"/>
          </a:xfrm>
        </p:spPr>
        <p:txBody>
          <a:bodyPr>
            <a:noAutofit/>
          </a:bodyPr>
          <a:lstStyle/>
          <a:p>
            <a:r>
              <a:rPr lang="es-ES" sz="3600" dirty="0" smtClean="0"/>
              <a:t>6 de agosto </a:t>
            </a:r>
            <a:r>
              <a:rPr lang="es-ES" sz="3600" dirty="0" smtClean="0"/>
              <a:t>"</a:t>
            </a:r>
            <a:r>
              <a:rPr lang="es-ES" sz="3600" dirty="0" smtClean="0"/>
              <a:t>Día del Guía de Patrulla</a:t>
            </a:r>
            <a:endParaRPr lang="es-ES" sz="3600" dirty="0"/>
          </a:p>
        </p:txBody>
      </p:sp>
      <p:sp>
        <p:nvSpPr>
          <p:cNvPr id="1026" name="AutoShape 2" descr="Resultado de imagen para Día del Guía de Patrulla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28" name="AutoShape 4" descr="data:image/jpeg;base64,/9j/4AAQSkZJRgABAQAAAQABAAD/2wCEAAkGBxQTEhUTExMWFhUXGBgYGRgYGBodGhsdGh0dHx0YHx4fHSggGh0lHRoaITEhJSkrLi4uGiAzODMtNygtLisBCgoKDg0OGxAQGzUlICYtNS0vKy0tLS8rLy0vLy0tLS0tLS0tLTUtLS0tLSstLS0tLS0tLS0tLS0tLS0tLS0tLf/AABEIAQQAwgMBIgACEQEDEQH/xAAcAAACAgMBAQAAAAAAAAAAAAAEBQMGAAIHAQj/xABAEAACAQIEAwYDBQUIAgMBAAABAhEAAwQSITEFQVEGEyJhcYEykaEUQrHB0QcjUuHwFSQzU2JyovGCkrLC0iX/xAAbAQACAwEBAQAAAAAAAAAAAAADBAIFBgEAB//EADkRAAEEAAQEAwUFBwUAAAAAAAEAAgMRBBIhMQUTQVEiYYFxkaHR8BQyUrHBBjNicoLh8RUjJDRC/9oADAMBAAIRAxEAPwDpGBgqPaj7AA5Usw3wj2o6wtM0q9ziEQw9KhLRvXjOdqiZm5gVIBLOk7LZ3WtCwJ3ion1O1aMtTDQgmRyMy29PEZPlW6PaXWZJ2pTiL62xLuqjqxAHzMCgrvFLIzE3bYyRm8S6Ttzr2UdSptkkq2s+BTy/xBuUAUCdZk9KWYri9pApe4oVtQZGvmOo/WpWx9sKrF1Ct8JLKA3oSdaIGtCA4zP1IPxTA3yAYOs69a0W+42Y/OlTcSt5WYXEhDDHMCAehPKvbXEUdlUXFLMuZVDakbzHoKlTPJQPO7HRPrONuiSSD60O9zWWMnfSlP8AbdouLXejMTlGjQSNCoaMpPlM1Db4g32s4cgZe77wETO8QeXX6UPwA/BH5eIcNQdBevZNWrC3lvXjwBJOg1NV7D9oO8xVu3bIa04b7jK0qDqCTqDHIdak57W0CoQ4eWUOLdgLKsUz8q0YeQpcON2jc7sEzmKBsrZSw3TNsWqHgONuXHvpcIJtXMoKiNNeUnpXRI26C87CzBhc4VVHXzNJtlHMVuLQ6Vsqn1qRbc1MlLUVCtoVILYip7eFJ8qlODPWoF4UxG7sl/2cdK1a0BtTK1gSd9KmXAjnXuaAuiBx6JAcP5fSsp0cL/pH9e1e13nL32dy8wFgsnQUxwuHiZNJbPGQogDkNq3TjROwpblvPRWr5oW76p4VRTrHvS3G4tAfDFKr11mPMmo0wZbeithA1cUjLiy/wsaj3xazWhxM/CNetaJw/rRNrDRpUjlCEOYd0i7YLOEvZo1UH3kfWqwMNa74D92B9hnlGbLv/uj3roj4VXBDBXHRoI+R0rPstldQiAxGirt02paRmZ1hXGExbYIsjgdz1718lzfDPbyYYZgj9xcBuM3hiXGTL95+gnmNDXtx7bcLQSMyXACD/qZ9J/26+kV0hbCNBKp4dVJVZB6jTQ+lQYnB24+FGEzqg367b+dQEDu6ZPFIQAQw6G9x5/NUwJb77iKW8sGypULEeFNYA6E/Wh+F4q2b+AyspIssjeTQQFPnPLzHWrzaw4GuUAnooB+lbW8IBoAIGsBQNetT5JB3+rtBPFGOBGU6it/4cq5piLy7gd2FxQZrUMSuursx26BRA3qyJilfiVszGbDgQdwSSwU9DGtXCzgifKevOjLeEPMioiPL1U344SCgzoRv39Ek4lhS1q4q7sjAepBAqncGabuB8Fz92ty3cPdvCs0gAmOpE9J1rqZtKBoBUKWda8/xG0LDy8hhZV38iP1XMcBwsq4tOLxuJiMyrBFvLIJu5ssbTz10p32Zw7DEYslHVXcMpZGAIEgwSI3q6NbrTIK8xuVdnxZlBBG4r42hFwxqZLMVPmFeNdXmRRC8pDlDcLVVg1tNRXMUByqFsXI2iu5SVAvaOqNBrbvBS8Xo514b3zr3LXhPSYd+OlZS77SP6isr3LXftCAwvDFKjf50XgOHAEzr58/SswZ8I9BRWCbxNXS91bo5iZey9uhLal2IVVEknYDrSK/2xwoBYOzeQtsDH8XiABHvRHbpAcFdGbL8J15kMPD77Ui4Rw17+Kw73LYRLNhbbKzIc5AYaKCZHinXpS0krg6grTCYHDuhMknS9tNh+qf2u0OHbPluzkUuwCPoo5/DruNpqDF9oLX2Y30ukISUVxbc5W11KwDE9fLrS0ZV4pipIA7idTGyp+VLeFW//wCNeObm2n/ktREztQfP4Ip4bEMrgDu3r+Lfom/D79nCW7aoXuveHeeFJuXNJLkcvQn5004ZjreKQvbJ0OVgRDA9CKql91JwCLlW73SMt5zpbEdJhiCpidjHWpuwTLnvp3pLPcOU/wAUAksfx96kyanBt6KGK4cHQulIJdv8SPdSt162ltGuXGKqoJJPICqc3HBcxeG7pry23PiR1ABA0DLvIOvPcU/7X8PY4O9BmFB9gwJ+gNVUtbzcLhxICh9R4dVGvTUGuzSeKr7fmh8NwjTEXllk2PZ4bVt4j2qs2Xa33dy53YBuFACLYMRJJEnUaCnOHx6OoddQwBBHMGuevw5fteNt3cQbKkZj8P7xd418iNquHZvAL9lsaMB3awGOscpiOVejfmcQUPGYRsUTXM30v1F/n2WnFu1a2LqWjauMzjwlcsE/w6neY+dR4ftjaNm7cdWRrJyumhaZgAcjJ09qW9sFS1i8E7aKGbMfKV1+tLrF8ZOJYm2guWyyquYSjSxBYjmAGn5UMyU46/VJyLAtfA12XUga3uc1V7k+wXbENct23tZO9XNbYOGB8jAEbUFe7SYg8Q7pbRKrbIy94ADLD96eWg0C761W0xFpb2EvFy4C/vIGVFMH90gAAETsOtPcdi0w/Ee9ZSAcLKrsWJiEH+qRFcbLY17/AARn4DI85W7sPfcH5LbiHbh7b3UbDwbUSc+hBIAOi7mRp57iprPap2uXbfcHNbQvq48Q0I5eGQwNQYC7bPFb4n41yLodWULK/wDE/KoMUBY4jiM4Y95ZAQBScxyoI081bXyqYl631S7sDGTkDdcoN310/uo+K8T+1YB7xTLB0GaSCGAmYHIml3HIOEwLx4h3YnnGWY+Yorhqg8KuJDZwxWArEyxBHLoDrWvF7U4HCKq3C4IzDu30yAg8upHrXHSAj0/VGiwxjflbsJD7sqYcU43cXEfZ7armyF5fNBiTAjYQPiOlF9nuJHEWhdy5TJUgGRI6UFxlWfFKty3efDtbBtqikZ2I0z7R4twdoHnR37PbbW7b2ntMuQszMwI10AUSNdATp5daK3EHmV0VfPwtgwmagHCjv7b/AMdE1AI5V6JNGXscmwEzzihQadBJ3CzxaAaBtZkNeVJHkflWV617KtMK0KCTA03o7A3FZjBHtSBHlQTJB0I50Or20JILTv6VFsGYJ2TEZCTWif8Aazhz38O9u2FLGNG8iDoeR6VVF7IElO6wzWHDKe8a+GygHWAoJJ6bUfh+KXQdG3MamnVrizbOhnqNqDNgjdlM4TjmRmVumqmxnA7F24t25aV3WACZ5bSJgx5g15b7O4ZUNsWEyEhisEiRoDqdxNeYjjqJEq/sNPnNF4XiVq5EMJPI6H5VEwkCy1cbjyfCJNuloe52ewrKqGxbypOURoJMn2J1iicPwuzbuG4lpFciCwUAx0+lFivStDyhG58pFZjXtXhUHTltS5eA4YCBh7MTMd2p1PPUUxyms1rpAKiJHt2JCCxfCrN0q1y0jldiygkeXpRwWtaya7SiZDVEpF2g4BdxF61dS+lsWtVBt5tSdSfEJEAaetP7dlQuWAB0AAHnpWTXmaohgBtHdiXOa1h2GywYZIAyrAMgQIB6+tbPZUkEgEjaQNPTpWrPFQNjQK6Gk7IbsQBuUQyVrlpe2OMmKhONb+udEERSxxbbTR7gG9afaliZpTcvsTqfaorh1mpiHuguxZ6It8d4tDpUd7EljGYgRtyoYp5Vi2zRQxoSpleVgWpkMVipNbC3XSVENIWd5WV73RrK5opeJVW6XEMCY02ovBfvB49BtpufKpMQmVJHlW/AxyPWj5/9uwpPZb67oh+GWmOg21mY/DSo+I8QFkCULTz2Hzou8wBhdqqHbjGuHVRIhMwjrrM/1yNQDtRn1C5DhzIS2OgUScZ3lzMAw1k+In6bCjldpkQKW8MQtG/whgBGvUTyo6/deQmXJm0B0J09DpTzwLoKpF6lya4fFOolTHpzoxONPtofaKW4SxAjWOrf1NaX8WkFSQTGlKGMONVacEz2CwaT+12gSPGpGsaaimeHvq6hlMg86pHA+FPfcs8raXlsT5elTPd7i4EsFpJ0GbQ/yoUmGZmysOvwTUWOla0OkHhPvV1y1Gy0kw3E74bJcVTIzAzGnTzMwKMXjVvZjlPnSxhcPP2J0YqJ3WvbojiKwL5mobfELTMFFxMx2E6n060WVqBsborQHag2h7mHnma0+xDpWvFuKWsNbNy6wAHLmfSuTcU7YYnGXSLRyWx7aefnXM9JmHAc7XourvhRUZwtVHsn2oKEWcSxjSHb7pPInmvny9Nr4y1IPKBiMEYnUUtbDV6MPRjRUbVMOKTMYCHNivO72qV61WpWUMgLQtBVes6+1SFDSziVzLeskmBJG+55D+dNSwG5gV1zaAPdRY6yR2WsVleG8g+8PmP1rKjqiad0gUZgp5ERWlhMpMdR8qiTEScuogTt1ogAlC3OmgCEGR135IkvpVG7VWWOIEEZSBnB08JkafI1b7IJtl55c/KqZ2m41bYgWhbusJBlC0a7A6ee00Ochrd05wYOfiAa0pOux6mFY7ZQPXz+Qp6zjMSqkudP66Ug7GYvNh1jQqWU/jp8wIqyYVQqzO+pNFz5gHeSr54+XK5nmVqcOSPGYHMA6+5oS3hbQYuy6Kphesa/lRN+8Ik+w5n0pficeFJRRLkR5AnceZqcYcdAlpCwJmOKE2wQAqxOn4UPwHEqHJIJaTqR8gKV4gMhsgkRI09+n0p2+KVVhhossa6+MBtAbrjJHOcHOOyh7VY8276nQrkjXlrM1Wb2LLPLGpeI4kXHZydOp5foNqr2L49ZQwDnPl+tMMMUDBnNGlHlT4uR3KaSL9PerHbHeJE+JNR6dPannDO1DoMrjP4TvuCNtehrl1ztSwaUBX5D9aHudpr5mCBPrNJYjFwvBAF9lc4Lg+IjeHOcAOovcJ52rxtzE3/3lwKvnP0AonDXsNbt5RcUTz5+9VK1iL90+EFj/pWT+FFLwzGfwOJ9KretrXBwAoBPLmPtRlNxCORmY6iI2q4fs47Vd8WwjS2QE2nO5QfdPUgbHoK5biMLiLfxBh8qhs8SuocyXGUjZlMEe4qJJUZgJG5XBfSZt1qbVfP9jtljk2xV33M/iDTjA/tNxyHxm3dHRkg/NSKkHlVTuH9iuxtbqE26qvZj9oNrGOLL2zZut8Osox6AwCDHIj3q3BuXSitdYVZPAY3U5V7iOG/vKE5tSsdJ8vlrVgdOuoqs9oMSUuoe8JymSNNPLrGnWmfC+IC6r5GiCSJ5A++29NyMcWNd0VbC9gkc3ra2/df5Z/8AQ/pWUsOJvf5w9ssV7XuUe/5r3OHb4BB2nyso6rTDBW/i10mfQ0qLTZBIHhEqeenKoONcRdUyWjFy74V6ififygfUipvoMzI8UbpZuW3Uk6eq1xrtiT9mtkiyml5x94792p5+ZqsWbAVsS4WAsKB0CgafUVc+GWFtW1RdlEevUnqZ1qncUfKuIQbteYfMIfyqoMhc7MVu4cEzDQiNg9e6adiGP2ef9bflVmu3RGkek0n7GWlSw2YxDuon2om+TELvVzhhmYAsBxW2YmTzKktzqWJAg67n0FT8LwS20ztrcYSPL+dCcNx6KfHJYmAx+H+pozE4tpACLkJjMIJo7815eir48oGY7qLC4pO8N24CSoAVYPxHX0kcqVcTxrMziZDGf5VLxrGywRSYU+W556ba8qWo8e+9MRR/+igyPP3Uo7S4e9dQC3JUTmQbnaD589Kqd6w6fGrL/uBH410YssnQjpHL9a374wAdiN4pfEYFsrs10VZ4LjD8NGI8oIHoVzKKmGFeUBBAciPSrrewdtjJtoT/ALR+lQcW4eRdCqvhYqwaNCTGg9AYj1qsxWEMABu7Wn4VxBmOeW1RGvxTrD8Rs4W2ua25AAEhRA+ZE+op5g+JWryZ7RBXzEEeoNVbivClZSLysYjKRrAHICYE863wAW1hriiQYOUaTHKY96QI0WkFlx00C34xxG22ZFbMw3yqxA9SBpVA4rbyPmTZtf1FWNMAAoKu1tgDOrAknYyDBH40HicMM9vXNBbU7SY38pqYoJaVjnjUUkZuaxTHB8HxF34LDkdSMo+ZgV1bs/YLYe0wVQzLJhQvPyHpTdcBoJOp/Gm2QMoElZrEcUkY8sY3bS1UuxHY4Ya4uJxDKbgnu7a65SQRmJ5mCdtBNWrieKLZgGiQB6R71rxN1tBVEzzPP3pZnz6qGMc+VNQwD73RUeNx0krqduhr+DLHxXJ8oqRVa2CqNE6mPLzqZWAHQ/Oo0UTJkdPOnMxIo7KsrsoM9zp9K8plm8vrXle5nku5PNL0tMVC8tNa34Pgw1y7ebZT3STsAIzfNtP/ABFPcNw4lVO0/pXvCuHKcM6HXN3snrmYz6VVYmbOwNC2HB4OVM6R29aeqgUEiQNOtc+7UuLeLLDUSjsuwzAbfILW3D8Rig74RB4iYIVgIAMkTttz33orG2f75dLLB7sGPcCR11B1qtGppa1x8OZMOxV8XbF2RBNxmB5bCm+Jw7hZiF566+1BdhbIa3dgbXjPuARVg4nbYg5dwDFXGGkpoC+f8WhvEPKU27TPpoo8xJHTT86ix902gUldhlC8+s9BUuGs3goYmJIEtv8AKajfA5m8WYkzrAA/A/WnQRm1OipSDl0GqQHrUpHhgAyTT7+xF0AJJ5jWP+qKHCMi+EA6iZj60Y4pnRDGGeVVcp5ivbYJnb0P5VZLmBc7wo8R8ImZ5nTb0oTiHDAqBoyr95idB5610Ylh3Xvs7+gSE0bhr5bKkwFYN65eXy6dBVW432kVSRa8R/iMx/OlfDcdisRcAW4ygasVEAD267RSmLxUL2lm5V5wrAYuKZso8PfuQul8YxmXKgAzNIBOw6k+QoFUhGUXLTZlIzMokefxD2r17a3lti6qv5MJGo3oxuKYrDILduWQaKWRWgdM2hgec1RCl9CcXAaBK8JluW2svBdFJUxv6ULwTgZvNGYDIDJPLMdI8/CaLs2rdq3cv3CGv3CSTOonl5bcqqjdocXhv3llyiXCdIBBy8yCPOpNItLYt72QnLo4rtGHZLaKqqSAAvt6/Kl2IxLSCJmfp1rn/Dv2nvMYi0GH8SaH5bfhVr4bxqzihmtXA0bqdGWeoqxgcwlYTHYedgs6juFmOxbGc2/lXvDOIBEYRuff/qtMfaJJiPWtOH4KTJ2FWdMMeqoreH31ROHwzOS5OUek/Si8SmUT8XWeXsK3t4iIEeEf1rQuKxhlsphZ3oHic5H8DWqP7VGmSsqI4q35/WsouTyQ83mrlwq6rIomSANPSk3ZnF5xiLWbxpduqR94DMYPkIP0o7hCZGU8oE+U1XOwmGJ4jxG9HhNzIPMjU/lVE8ADRbrBuJeb7fJB8O4A2HxwgE20tfGY8THefPX8KG43cjGsTzsD/wCRq2cTvqtxizAL1JgVSO2lwC8GH+UR/wAgR/8AKlgQCtCWktCbfs3unJfjZro+gFXwYS5E6Dyrn/7MHCJcBgkXAYnkV/IiukYbiAYSREU2wnICFlMaGHEvDj9UhP7NZpMlTtyI/SKU8YZbIIZ87n7qgSKJ7Q8YeAlrrq3IVVcTKtJksRJnf1mn8NC52rj6Kixk0TPDGLPdEYjiFxhI8Mcv50NZ7VXLHiuMGXmrfkRrPzpdfxLGqP2nxZzlZOhNMYrLFFq27Q+GQuxE2riANSrbx39rDg5cFZW2B9654z7L8K/Wq5xntji8ZYAuuCFaIVQszsSBp1iq/h+Hs1trmwUgesyfyq69leGIqAnSdTP0qjo9VtIIG3oKVWwfArjjM/7tOpEnXov/AFVmwOGfDqVtILtsmZUwxPU8iKbcQuoLqJyCs0egj86VYgNh7uZS3dNrpsPnpUmtsJghsZA79UTgeKMgyXrLohbwk7LOwnyO1OsbxW4EiAVjeQJ+YNLu7+0LpcRlPLLr7+Lf2pFxa29vwZy6qN+gPWoGK9k2zFZR41Gb3fXP3jhEG5PPyAG/pUnaHiNi4q2bQYqgIBiBmMa9dI2o7CcPFtZ7m22gLNcYyPPoJ8qV3LpvhiEVEUgKFBgnrJ3gflXmtI2QpXl33lWsThyhg/OisFiClpyCRmZRppoJNMWtDY6ih8ThVCQNATPuKiHILsOW+JuyHscbvoc1u66/+RI+R0+lXXsv2lOIm2/hugTpsw5mORqh3OHXAhuAZrYiWGwnkeYqTgF3JibTbQ6z6HQ01BK+N4VNjsJHMw5hrWhXYrdzwifSgchZis9f+qIuuANI0E0FmYiQDzkgH32q+aNysSd6QptnzrynYwdr/MJ85P8A+ayvc8LvJKtfDW8BPpVZ/Z/iCPtt1vhfE3iuu+XeBz2pxZxIS1GYbGPltVbtcPWxh8PiXuBbdpc7LrmZ3bNp1JJ59KzkoLW+q+gcNyySus7D6/JC8UxhxEvcdbYRs2bUCCSI6nTb1pHxbPetq9m2/c2lym8ywp8xO/SrHguF9+DjcYsJ8VnDjRYJ8JbqT577npUnHuNymVUzsNEtKCQD1On4+wFBbFWrlbPxpldy4h4Rufkkv7Obut/XXwen3q6DYtOwkbfpXL1xl3Ds1y7byMw0WBr6wdDroYP1rqf7M8Ub2BVn+LMynpAOn0IpmOYNYGgKk4hw0vkMpdv0QRw5MkzAoTFYQHxMCfIbenpV2xOHt/ExgCo73D7ZTQQTtmJpluLpUL+GnXUKiX7AC5BbyhuYE+x61UO0fZ4HGA6ZcqnLuSRO/TYV0HjuJawVWRMEgA8hznpVNx14sHIBZoYnUSx6T+XlU5pc7QPVOcJwbmPMrttlXeMuxZbYgCRCroB1OnPTc1YOHuDptAXT2FJcKvwtcthHYuFBJkCNTr6Dlzpnwpibjf7EP0FJSarUYUUSheJ3T34IE5QPkZmjbZV1NttjoCfMaT/XKguJWycQ8DXKAPqaKwiBrYbyhvSut0UJBntJbnCb1q54GytzMxVhSznw1x3Az5YJHPLOtBHiAY91c8NwaI52Ycg3Q+dH2OHXksi0CrG6CZkQnWTzEUWLK11lKTtfJFlbuqxfu37w7pNVByxMFjvrUmKuG2mRRmW3ozDYsd/bl7UaIsqbKOGusTmYefTyy7n2rfhmGGRknQyJ57UN4AukeIOfRd9FJMCjMNFJJNNr/BStoPc2J29OtMuA6255zrHpH5UZxx5w7dV5ehmlg2jasAPAkT4sCe6AGVJIjR4Gqkc9J+dJsHwmcbbW2CUMXF8l3+h0r3DXj3mnwsY9pCzVz/ZdiFW8q3I1U2xI1BkkfMgj1ijtdTgSq3FML4nBu9FFdwQM2sDc8p6Tzp3guGOq58k89uXOATvHPzq0HhQaB4cs7ZRA/X38qPweGiQNANCSDJ9Ogp+XHZhosdDwt2bVVq3wkkA5QNBzrKtXcjr9B+lZSv2kpz/TVzd7I1OwiaqHarir3Dbw5MLaInoZYAf8fxNX1uEMbY8Xh59ap/absxcF63dtAupa2twDcZWEN5iN6NO0SRijZCNw6c4ed7XCg7r5qx4m8M7Ay2jeGeUTA+ennQmJtuwzLeW1baCCfiIPrH51ZBZspmLbkakiT7cxVH4txpbRazetLcKEZGIIDKfhOm/Q7bUPGagOA0Ce/Z6RrXPjcdSbS/tHYRYy3Gu6QWJ6nQAb10PgmJOGwdu1opUZm9SZifKY9q5rw7itu9jLKXLaomZZgAAKDOgHX51264cKu7KPvD5cvbXSloMoNkWnOMve5gbG4AdSUixHaAgjZtjO0dDVe7U8afJmuMQPuLO/p5U+xFnBuT430M5gDqOg5etc37ZXWTGeNM9po7owZCgfDvEj85qwL2xtzNbr5hZrCQHETZJX6dgd/JFWrjC1mJm4wB8wD0HQfrXmcrbGfRvESDyGkex13rW6iXe7e2w8IAYTDDz9aVdoMcpY2rWi8ztPmep5Upd6rWUGDKAlFq82fvJ5kdSAZH51YuC3our5oB8v+qRYvC5La6/EAY6a6etMrByvb8lH4fzoUgpHwx1ReJ4mExNxtTBAgf7eZoZeImZGVQddSSNf9oNTcO4Ot39+xnOSRA13I1OvIVHj7GUlVEjkT51NDtyGuqzPJEmM3rGu242q7WLtkBWaFsyCQJj/AA80f+31qu9nVBvsNWCBVhRqzBYK6/OTtTHA8GD3yHTLYTIQA5IM66zvPMgDlFesjXuonKaHY2fYkVq8GvXrgXLMAA6HL67SdNK9wt8rcCkFfCS0yBodI+vP5URxezkxDksBncARsoAB+c5RUOMPUfKf+tajRG6K0h2oTDs3dWboUyuefmDR3E2LWnHLK34b0rwC92ZPMA+01PxjHxZbKdSD7UI7pxgPLVawmEZgMu4SfqKaYHGKjlycquouA8wQdY8wwr3ssuYXWP8ABA9oP5VPxDgKrhFciWBjapjZKV2XTLXF3uW0cN8aKZEgagGda1wvGbskM4OvLX+Qqv8AYDiAu4YWSdbUAzzU7fIgj5dataJaXf2jcU8wsybLF4qOWOdwzVRW39st/lN9aytRjR/l15XsjfwofNf+NC2rwZQCDtvNTo+VdEzHypTYZwAQPzoyxfeCAPoKny6C6+Wyb3Udy65OqET5UPx3s+uIsMGUB1VijbZWA203BpvbVyM2tDcWZlw946/4b89pU1GRwLaXcIHNlDrN2uJYW24xKkwNeR6cq6TwbtLkUW7q57cQB95fQ/lXOkuRfQdXFXK9h8pytoQYqtsg2Fu44Y5WmN4seavGH4nZYfusjLB+LwkRtM6Gqx2jxIuKU0g7QP8Al5UrS49sgqflrUOKxQLEjpMdOon1ohmcRRQYODQwS8xvoD0Vde3HUEaEdaEW3LsZnTemt9cz+EEsxgAayTyHMmpOJdnMXhxdNywVRFDFtMoB8xuZ5VGInZSxXLaQSdUk4ji9p3AAoh73hLRHhG3pSS/rTfFCLZnoK5IbKHAfvJtwjjy90EMq2XLopZTpEwCCDFaPcuXCbSmObXCACJkwqzpQHZ1R39oSPi1+Ro6/fFu/cWDMLHtNFGyhdpn+z51s3gGOjyonbMQNZ89qthxViyt57hlA2VVj4my8hz39BJqs9lsCzW3jw6BlcgGG1Aidtjr6Ufwi0Ut97fVe8OY28wJ7siAWPIyRpPOo0boIgytGo06qvC6zupuLCm4y5TOxyaHntFFcSwvc2ku/ErM0A/dAJ+dD2WJsWixOd7txpPMmNzynarGWBw+GDqGHeMCsxuWEz7/SiOPTyQ4h4TXdVXC4t2YsyyuYpEEBM+wA35VmOJZSD0NWHteEPfFFCEOhOu5E6+Wn4VXOIXJtlhsRPzpaRuqfw7zy3Arfs3cy2m85B9xVmxN3PgBzMj+vlVK4Xdi068ydPermB/clXow/CidEuzZI+yXFvs+Ltj7tz92ektEfJgK6scO52Xf+vauF40EMY3DSDXZeFcebE4a25+KIYaDVdD9fxo0DjsFRcZgbpKfYnQ4Uf4o9v51lJmx12Tr/AMjWU1kf3VDzYexUuEZco8OtE4e6o+7HtQOGUlBlmYFE2cKebQPMVyh1RXudegTBcWOmlC8StPesXVtpJKOB0mDpNEWrWH+9m9po21xBEGVUMaxrvQXabBMQjUFzh6L594hgWBzE+JYI9t/SupcTwH2i2HGjlQf92n0NUfj9qGn+LMY2An/uuh8IvocNZJOZjbT4SNytQjaCSCrviUz4AyVhrVUDEI9o5TpHI6UOpLsFVZJMAev5etdNxXDmuqua2HB+GQG+vKobPZd7XiS0F6xE10Ydl6uUT+0D+XpGb+Ch7LdlhYHfM6veMgMNQvkvnyzfKpO1uHdsJfSSf3bRr5T+VE95eQEsSFHONB+lCviQ4ZWaQwI36imGQ1ss/NjjI/M+781wm4RAprjWiB1/Kll6yQxT7wYrHmDFH8UB8Bg6TPWkC3WlrYnjIT7FFbu5HBAmDpy/nTC25vOWOm0gbn18qWAydKsHZtLao3eyCW0I56ba0QLg3Vt4PxBECW3jKyHMemsifate02MRMHat2zNy9JY9ADr/APUD1pQy2m/w5JkDKY5/j0objHFCl1QiICdATqFjQkTsJBPyrulohsNWnG0CrYsaeAMD65R+BBqMY9xZVW3zSDE9QdNxyrwgEgglo57kzufc1N9huXdrbAcjtP8AXWuONlejYWtpCX7hKC2DLXGljGunkfxqG/8A4bjmNP66U8uWLeHQsxVrpG0yFHTzNVzBXO8LqeY+tCe1HjdRruo+AqzXQq6zuPSrzjLgNlUQSRq0A/17VS+zeHnF27RnVyrRvEGfwp+UNtmQjxKYPX1ruwtRw5DzkB13SjE4Zi8ECSQPIesc/Sup8B4WuHtC2WLESTEak7+gqh4lZUGPP5Gr73iXER1jxqp32kUfDUXFVP7QB8cbeovVF90P4B9a9pS3ECCRmu+w0rKe5RWS5zeyMwNt8okyI5UbZkLJ25+1VnBYsQPFAplhOKGCC4jz5110LlM4hqdYdFYFlYRynfX3o9EVVI7zUg7AT86rg4tZUfDLbEgjWhG4+c4OkCPU67aH1oZw0jkWPFxsruqh2itaW+ZmK6N2Cw+H+xWHcKHUukkwSUdhtOpgVz7tCQVtN1c/nWW7ZS5iFkwLzEe8H86BDDzJMt0tJxScRYYPLc1EbrsmI4oiyqFCRyzARNRf2ygt5nuLqSBrpPSuU2RMb/KmNzCXW1J3G23yG1NHhrBu5Zo8YlJJDV0TBcbtOMrlVJnT3igOL9nVIa5aMn+EfyFc8vWspgkzTbhnaO7agBtJnUST79KkcC+PxRO9FEcRZK3JO31G6p/GMA2Cv4i6yDvO9UKG1ADDMx9yQJ9aQcfvOuSRlzqLmhOublXQu1C/bkkR3gOoOhYeWsSPaqR2oCu6qFZO7BRVIJJ8RMz70KWJwb2Kt8FimvoA309K0S58IAoZSYI25cp9alZGyqZDTOhERHvrTU4YXLVu0AQbcjMPz0Os61JiOHHIiqYyyJiZnnypKlfAJdh7ptOrFg2UidNtJ0116VJibJuQZKwIEbjXnptJjQ7mpmwss2hg5eQ5LBO+80QLTa5FkH4iA2wMkCQImBqTy5VGkUajVBWMe9pCA5LHWCNPiggtOY7UVjuI3VtW3DDx5pGsCPfXahb3DbjQDOfWYAI3kaz+VFcSwDfZ0G5tzJEcz/Ouhq4XkApaTLgv4tASDtqJ2G9RcKuKMSk6Iz6gcgT+VMuI8Na2lu8pkOPEOkjT6VHwbhF25cUph7lxQ4IZRC6HYsYH1qYZ4ku99Msp7wPBoMWpyhXs3WQkffDI2VteY+tNO1GDJxAdd7iCY6gxPyj5U/7O8CcX2xeKyWxv3cgmcuUM3IACdBOpoPtY4OJtG3BQ2xEetSxBGUgD1SnDHE4tri7odFXMcgAA6CKsXZHGFrGQLJtkifI6j5T9KU8R4be+LIcv1+U/lTLsBiES5dW4YVkDe6n8YY0tC7K4K44xCJsO7XbX3Kypg7sDRNug/SspmvHMLAi6n9e1e07nk/D8CsX9nh/GPeFRbHAiVBVwJArRuDOs6zHSanwUgKRcA0HP9aa4W6ToSh0Oo/OnnTSMF3aruTHISKpVtsGxGn51omGO5IIp9j7U/C0eQAA9Zml17A3ACZSP9wk/KmGzWNTSU5ZaUk48n7m0eWccvI0biZGKv+qN81H6Un44pFkS7aSYzcxNbcNuhmdkmClqQWmDBkzykyYquwjamWw4u4OwR9E8t37g+ECeu/46fSpXu4hhE6ddB+FL1vdRNSpiQNp+dWpZ5LGBx7qZeFOeYrH4VdU6CfSvU4iRyB9ZqdeMnmo9pqJ5o2XRk6qXCjlctj1UwT6jY0JxS0cmVJ8Zy6nYbk/l70W/FFInnUeJ/wAJY3aT/wCx/QClZy5rCT1VpwqMSYlo7apDCpCry3Mb17bu86JbA5vyqROGKANTNVRW7FUtLJB3UR6UZhMOjI5y8zA5AQKXYwqhyrq34U04YgFpiwnxflXQoPqlrcwtoCS0DoNqXcUxCtaZLYAEH1Joy/wwXDLMxnYbADpQOI4HbtgspaRrqZ/GugWUMkAG1tev97aAaD91ttSN/wBaK7D43J32GcnT95b5GPvD8KQ8CcMbwIIGYkHkDFT8Ov8Ad42wx3zFZMRDA79dYro0dSBiWczDm+oXQm4aHAYyWMHUmI6n5ULhsOnfAiDlGnManlQuKx3fPlN2AswACq+m+s0RhLkRGoOn50zPG7lGys7wmZoxjco7i/RN8YvhP9Gqs+E/vM9QdPb+VWq60qfQ0gV4vgxPhP4Gq2HSQFbHHa4V4PY/kvGwqTsPkKyiWAJnLv6VlXOdy+dctqrOFuqwWCJjbnpptvTfh7Qtwk6ZY9zVC4Y4zgn/AAoAZQ0MTy8ySZ09KsuA4xaBW0JNxiwKtoQQTAI+gHlXhiGyNoqwxHDJIHZma/4RD5p6AVEBOpaPLnUPaDiDWB8GbeCVBA6DcEz15VBgcY1xZdVUQCCDOb6SPenGyAnKqk4Z4j5h2Vf4kmviyzLTLeLnsNqtnDbHgwzgAZrKhtQoORiNdNd6p/EiQNSmpbdZbc840+dWHA3Jw2FPTvk/BhVXF++9VsMcM2Cd/KD7qTzGLYG2aei6j5ml7qJ0286jZidzXqxVy1uXqsQ42vcteq0Vt3c85rDajnUrUV4bgO4prhFzKFP8M/U0stWyxgAsfIfOjlcpcVdZCa/M0jjiOX6q84CD9pPsKJWxymleP4jJ7u0NebUZxLEyhC6FtBSm2gTQa+dUxW3jBXuHwfi1Pqaa8IOYXF2AbXy8I/QUpuYnKpM/zrzg7kpcJMAsfoBXgV17bT+5iVHhQZj1/nS+88ypIJbQxyobF45EUCNYHhX4j60Bh+G3sSZY93b6AxP5mpA9kEgAarSxhgGK6Ak7Wzv78qExtr97bXbxKd9d+Z5CrWnD7dhIRRoNTzPlVZ4nbYnMw8RIgDYCptPitDkaTEWp9iFUaA+42qfBYxhCjUAydBtzpjh+FlUYuyIVHMIxJM15bS2HBLDYTy38uVWz5GvaW7rBRB8ErZBpRtP5BSeoqu45yl1SrKuwJI0iDT2x/hFd8piZ5b0ox4QXkzsFUkanbbaqKMZZAvoWIfzMI4jq39FIpaNGtHz/AKNZRRGE/wAonzjfz3rKtM47H3LCcr+Ie9ccZisZTGgPv1oK9iGzg5jIkgzqD1rKyqpq3k3REXsQ7gM7sxJI8TE6dBJp7wrwIpXZ2XQ7CQZjmKysp/BHxqk4wByAFpxK5EKAIk8t5maM4M39zt+WIaPe3XtZUGfvvVNYgf8ADP8AIfyCZMmseQPzFeKu9e1lXo2WBTXBYBWtByWnMV30gLP40d2PwiXO9DqGAiJ5TIrKykZ3HI/X6tOYdo5jVbbOEtoPAirM7DrVA41pjWA/gX8K8rKqbJBtavANAmFDof0QhPiInkfyoXnWVlDctBHsq/jsQzXApOgnSj8K5yEAxJFZWVELo6p5awCKgaJY8zqaOByrI32k1lZRTsgH7yFvsTvrSLtCYtkjefwr2srg3Xn/AHU5xt9s51PL20oUsTuaysrSsAyj2L5lKfGfarR2ZM2Ls66g/wBfKlvatfDbP+pfxrKyqB//AHP6lvIdeFf0folHeHqaysrK0CwK/9k="/>
          <p:cNvSpPr>
            <a:spLocks noChangeAspect="1" noChangeArrowheads="1"/>
          </p:cNvSpPr>
          <p:nvPr/>
        </p:nvSpPr>
        <p:spPr bwMode="auto">
          <a:xfrm>
            <a:off x="155575" y="-1790700"/>
            <a:ext cx="280035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30" name="AutoShape 6" descr="data:image/jpeg;base64,/9j/4AAQSkZJRgABAQAAAQABAAD/2wCEAAkGBxQTEhUTExMWFhUXGBgYGRgYGBodGhsdGh0dHx0YHx4fHSggGh0lHRoaITEhJSkrLi4uGiAzODMtNygtLisBCgoKDg0OGxAQGzUlICYtNS0vKy0tLS8rLy0vLy0tLS0tLS0tLTUtLS0tLSstLS0tLS0tLS0tLS0tLS0tLS0tLf/AABEIAQQAwgMBIgACEQEDEQH/xAAcAAACAgMBAQAAAAAAAAAAAAAEBQMGAAIHAQj/xABAEAACAQIEAwYDBQUIAgMBAAABAhEAAwQSITEFQVEGEyJhcYEykaEUQrHB0QcjUuHwFSQzU2JyovGCkrLC0iX/xAAbAQACAwEBAQAAAAAAAAAAAAADBAIFBgEAB//EADkRAAEEAAQEAwUFBwUAAAAAAAEAAgMRBBIhMQUTQVEiYYFxkaHR8BQyUrHBBjNicoLh8RUjJDRC/9oADAMBAAIRAxEAPwDpGBgqPaj7AA5Usw3wj2o6wtM0q9ziEQw9KhLRvXjOdqiZm5gVIBLOk7LZ3WtCwJ3ion1O1aMtTDQgmRyMy29PEZPlW6PaXWZJ2pTiL62xLuqjqxAHzMCgrvFLIzE3bYyRm8S6Ttzr2UdSptkkq2s+BTy/xBuUAUCdZk9KWYri9pApe4oVtQZGvmOo/WpWx9sKrF1Ct8JLKA3oSdaIGtCA4zP1IPxTA3yAYOs69a0W+42Y/OlTcSt5WYXEhDDHMCAehPKvbXEUdlUXFLMuZVDakbzHoKlTPJQPO7HRPrONuiSSD60O9zWWMnfSlP8AbdouLXejMTlGjQSNCoaMpPlM1Db4g32s4cgZe77wETO8QeXX6UPwA/BH5eIcNQdBevZNWrC3lvXjwBJOg1NV7D9oO8xVu3bIa04b7jK0qDqCTqDHIdak57W0CoQ4eWUOLdgLKsUz8q0YeQpcON2jc7sEzmKBsrZSw3TNsWqHgONuXHvpcIJtXMoKiNNeUnpXRI26C87CzBhc4VVHXzNJtlHMVuLQ6Vsqn1qRbc1MlLUVCtoVILYip7eFJ8qlODPWoF4UxG7sl/2cdK1a0BtTK1gSd9KmXAjnXuaAuiBx6JAcP5fSsp0cL/pH9e1e13nL32dy8wFgsnQUxwuHiZNJbPGQogDkNq3TjROwpblvPRWr5oW76p4VRTrHvS3G4tAfDFKr11mPMmo0wZbeithA1cUjLiy/wsaj3xazWhxM/CNetaJw/rRNrDRpUjlCEOYd0i7YLOEvZo1UH3kfWqwMNa74D92B9hnlGbLv/uj3roj4VXBDBXHRoI+R0rPstldQiAxGirt02paRmZ1hXGExbYIsjgdz1718lzfDPbyYYZgj9xcBuM3hiXGTL95+gnmNDXtx7bcLQSMyXACD/qZ9J/26+kV0hbCNBKp4dVJVZB6jTQ+lQYnB24+FGEzqg367b+dQEDu6ZPFIQAQw6G9x5/NUwJb77iKW8sGypULEeFNYA6E/Wh+F4q2b+AyspIssjeTQQFPnPLzHWrzaw4GuUAnooB+lbW8IBoAIGsBQNetT5JB3+rtBPFGOBGU6it/4cq5piLy7gd2FxQZrUMSuursx26BRA3qyJilfiVszGbDgQdwSSwU9DGtXCzgifKevOjLeEPMioiPL1U344SCgzoRv39Ek4lhS1q4q7sjAepBAqncGabuB8Fz92ty3cPdvCs0gAmOpE9J1rqZtKBoBUKWda8/xG0LDy8hhZV38iP1XMcBwsq4tOLxuJiMyrBFvLIJu5ssbTz10p32Zw7DEYslHVXcMpZGAIEgwSI3q6NbrTIK8xuVdnxZlBBG4r42hFwxqZLMVPmFeNdXmRRC8pDlDcLVVg1tNRXMUByqFsXI2iu5SVAvaOqNBrbvBS8Xo514b3zr3LXhPSYd+OlZS77SP6isr3LXftCAwvDFKjf50XgOHAEzr58/SswZ8I9BRWCbxNXS91bo5iZey9uhLal2IVVEknYDrSK/2xwoBYOzeQtsDH8XiABHvRHbpAcFdGbL8J15kMPD77Ui4Rw17+Kw73LYRLNhbbKzIc5AYaKCZHinXpS0krg6grTCYHDuhMknS9tNh+qf2u0OHbPluzkUuwCPoo5/DruNpqDF9oLX2Y30ukISUVxbc5W11KwDE9fLrS0ZV4pipIA7idTGyp+VLeFW//wCNeObm2n/ktREztQfP4Ip4bEMrgDu3r+Lfom/D79nCW7aoXuveHeeFJuXNJLkcvQn5004ZjreKQvbJ0OVgRDA9CKql91JwCLlW73SMt5zpbEdJhiCpidjHWpuwTLnvp3pLPcOU/wAUAksfx96kyanBt6KGK4cHQulIJdv8SPdSt162ltGuXGKqoJJPICqc3HBcxeG7pry23PiR1ABA0DLvIOvPcU/7X8PY4O9BmFB9gwJ+gNVUtbzcLhxICh9R4dVGvTUGuzSeKr7fmh8NwjTEXllk2PZ4bVt4j2qs2Xa33dy53YBuFACLYMRJJEnUaCnOHx6OoddQwBBHMGuevw5fteNt3cQbKkZj8P7xd418iNquHZvAL9lsaMB3awGOscpiOVejfmcQUPGYRsUTXM30v1F/n2WnFu1a2LqWjauMzjwlcsE/w6neY+dR4ftjaNm7cdWRrJyumhaZgAcjJ09qW9sFS1i8E7aKGbMfKV1+tLrF8ZOJYm2guWyyquYSjSxBYjmAGn5UMyU46/VJyLAtfA12XUga3uc1V7k+wXbENct23tZO9XNbYOGB8jAEbUFe7SYg8Q7pbRKrbIy94ADLD96eWg0C761W0xFpb2EvFy4C/vIGVFMH90gAAETsOtPcdi0w/Ee9ZSAcLKrsWJiEH+qRFcbLY17/AARn4DI85W7sPfcH5LbiHbh7b3UbDwbUSc+hBIAOi7mRp57iprPap2uXbfcHNbQvq48Q0I5eGQwNQYC7bPFb4n41yLodWULK/wDE/KoMUBY4jiM4Y95ZAQBScxyoI081bXyqYl631S7sDGTkDdcoN310/uo+K8T+1YB7xTLB0GaSCGAmYHIml3HIOEwLx4h3YnnGWY+Yorhqg8KuJDZwxWArEyxBHLoDrWvF7U4HCKq3C4IzDu30yAg8upHrXHSAj0/VGiwxjflbsJD7sqYcU43cXEfZ7armyF5fNBiTAjYQPiOlF9nuJHEWhdy5TJUgGRI6UFxlWfFKty3efDtbBtqikZ2I0z7R4twdoHnR37PbbW7b2ntMuQszMwI10AUSNdATp5daK3EHmV0VfPwtgwmagHCjv7b/AMdE1AI5V6JNGXscmwEzzihQadBJ3CzxaAaBtZkNeVJHkflWV617KtMK0KCTA03o7A3FZjBHtSBHlQTJB0I50Or20JILTv6VFsGYJ2TEZCTWif8Aazhz38O9u2FLGNG8iDoeR6VVF7IElO6wzWHDKe8a+GygHWAoJJ6bUfh+KXQdG3MamnVrizbOhnqNqDNgjdlM4TjmRmVumqmxnA7F24t25aV3WACZ5bSJgx5g15b7O4ZUNsWEyEhisEiRoDqdxNeYjjqJEq/sNPnNF4XiVq5EMJPI6H5VEwkCy1cbjyfCJNuloe52ewrKqGxbypOURoJMn2J1iicPwuzbuG4lpFciCwUAx0+lFivStDyhG58pFZjXtXhUHTltS5eA4YCBh7MTMd2p1PPUUxyms1rpAKiJHt2JCCxfCrN0q1y0jldiygkeXpRwWtaya7SiZDVEpF2g4BdxF61dS+lsWtVBt5tSdSfEJEAaetP7dlQuWAB0AAHnpWTXmaohgBtHdiXOa1h2GywYZIAyrAMgQIB6+tbPZUkEgEjaQNPTpWrPFQNjQK6Gk7IbsQBuUQyVrlpe2OMmKhONb+udEERSxxbbTR7gG9afaliZpTcvsTqfaorh1mpiHuguxZ6It8d4tDpUd7EljGYgRtyoYp5Vi2zRQxoSpleVgWpkMVipNbC3XSVENIWd5WV73RrK5opeJVW6XEMCY02ovBfvB49BtpufKpMQmVJHlW/AxyPWj5/9uwpPZb67oh+GWmOg21mY/DSo+I8QFkCULTz2Hzou8wBhdqqHbjGuHVRIhMwjrrM/1yNQDtRn1C5DhzIS2OgUScZ3lzMAw1k+In6bCjldpkQKW8MQtG/whgBGvUTyo6/deQmXJm0B0J09DpTzwLoKpF6lya4fFOolTHpzoxONPtofaKW4SxAjWOrf1NaX8WkFSQTGlKGMONVacEz2CwaT+12gSPGpGsaaimeHvq6hlMg86pHA+FPfcs8raXlsT5elTPd7i4EsFpJ0GbQ/yoUmGZmysOvwTUWOla0OkHhPvV1y1Gy0kw3E74bJcVTIzAzGnTzMwKMXjVvZjlPnSxhcPP2J0YqJ3WvbojiKwL5mobfELTMFFxMx2E6n060WVqBsborQHag2h7mHnma0+xDpWvFuKWsNbNy6wAHLmfSuTcU7YYnGXSLRyWx7aefnXM9JmHAc7XourvhRUZwtVHsn2oKEWcSxjSHb7pPInmvny9Nr4y1IPKBiMEYnUUtbDV6MPRjRUbVMOKTMYCHNivO72qV61WpWUMgLQtBVes6+1SFDSziVzLeskmBJG+55D+dNSwG5gV1zaAPdRY6yR2WsVleG8g+8PmP1rKjqiad0gUZgp5ERWlhMpMdR8qiTEScuogTt1ogAlC3OmgCEGR135IkvpVG7VWWOIEEZSBnB08JkafI1b7IJtl55c/KqZ2m41bYgWhbusJBlC0a7A6ee00Ochrd05wYOfiAa0pOux6mFY7ZQPXz+Qp6zjMSqkudP66Ug7GYvNh1jQqWU/jp8wIqyYVQqzO+pNFz5gHeSr54+XK5nmVqcOSPGYHMA6+5oS3hbQYuy6Kphesa/lRN+8Ik+w5n0pficeFJRRLkR5AnceZqcYcdAlpCwJmOKE2wQAqxOn4UPwHEqHJIJaTqR8gKV4gMhsgkRI09+n0p2+KVVhhossa6+MBtAbrjJHOcHOOyh7VY8276nQrkjXlrM1Wb2LLPLGpeI4kXHZydOp5foNqr2L49ZQwDnPl+tMMMUDBnNGlHlT4uR3KaSL9PerHbHeJE+JNR6dPannDO1DoMrjP4TvuCNtehrl1ztSwaUBX5D9aHudpr5mCBPrNJYjFwvBAF9lc4Lg+IjeHOcAOovcJ52rxtzE3/3lwKvnP0AonDXsNbt5RcUTz5+9VK1iL90+EFj/pWT+FFLwzGfwOJ9KretrXBwAoBPLmPtRlNxCORmY6iI2q4fs47Vd8WwjS2QE2nO5QfdPUgbHoK5biMLiLfxBh8qhs8SuocyXGUjZlMEe4qJJUZgJG5XBfSZt1qbVfP9jtljk2xV33M/iDTjA/tNxyHxm3dHRkg/NSKkHlVTuH9iuxtbqE26qvZj9oNrGOLL2zZut8Osox6AwCDHIj3q3BuXSitdYVZPAY3U5V7iOG/vKE5tSsdJ8vlrVgdOuoqs9oMSUuoe8JymSNNPLrGnWmfC+IC6r5GiCSJ5A++29NyMcWNd0VbC9gkc3ra2/df5Z/8AQ/pWUsOJvf5w9ssV7XuUe/5r3OHb4BB2nyso6rTDBW/i10mfQ0qLTZBIHhEqeenKoONcRdUyWjFy74V6ififygfUipvoMzI8UbpZuW3Uk6eq1xrtiT9mtkiyml5x94792p5+ZqsWbAVsS4WAsKB0CgafUVc+GWFtW1RdlEevUnqZ1qncUfKuIQbteYfMIfyqoMhc7MVu4cEzDQiNg9e6adiGP2ef9bflVmu3RGkek0n7GWlSw2YxDuon2om+TELvVzhhmYAsBxW2YmTzKktzqWJAg67n0FT8LwS20ztrcYSPL+dCcNx6KfHJYmAx+H+pozE4tpACLkJjMIJo7815eir48oGY7qLC4pO8N24CSoAVYPxHX0kcqVcTxrMziZDGf5VLxrGywRSYU+W556ba8qWo8e+9MRR/+igyPP3Uo7S4e9dQC3JUTmQbnaD589Kqd6w6fGrL/uBH410YssnQjpHL9a374wAdiN4pfEYFsrs10VZ4LjD8NGI8oIHoVzKKmGFeUBBAciPSrrewdtjJtoT/ALR+lQcW4eRdCqvhYqwaNCTGg9AYj1qsxWEMABu7Wn4VxBmOeW1RGvxTrD8Rs4W2ua25AAEhRA+ZE+op5g+JWryZ7RBXzEEeoNVbivClZSLysYjKRrAHICYE863wAW1hriiQYOUaTHKY96QI0WkFlx00C34xxG22ZFbMw3yqxA9SBpVA4rbyPmTZtf1FWNMAAoKu1tgDOrAknYyDBH40HicMM9vXNBbU7SY38pqYoJaVjnjUUkZuaxTHB8HxF34LDkdSMo+ZgV1bs/YLYe0wVQzLJhQvPyHpTdcBoJOp/Gm2QMoElZrEcUkY8sY3bS1UuxHY4Ya4uJxDKbgnu7a65SQRmJ5mCdtBNWrieKLZgGiQB6R71rxN1tBVEzzPP3pZnz6qGMc+VNQwD73RUeNx0krqduhr+DLHxXJ8oqRVa2CqNE6mPLzqZWAHQ/Oo0UTJkdPOnMxIo7KsrsoM9zp9K8plm8vrXle5nku5PNL0tMVC8tNa34Pgw1y7ebZT3STsAIzfNtP/ABFPcNw4lVO0/pXvCuHKcM6HXN3snrmYz6VVYmbOwNC2HB4OVM6R29aeqgUEiQNOtc+7UuLeLLDUSjsuwzAbfILW3D8Rig74RB4iYIVgIAMkTttz33orG2f75dLLB7sGPcCR11B1qtGppa1x8OZMOxV8XbF2RBNxmB5bCm+Jw7hZiF566+1BdhbIa3dgbXjPuARVg4nbYg5dwDFXGGkpoC+f8WhvEPKU27TPpoo8xJHTT86ix902gUldhlC8+s9BUuGs3goYmJIEtv8AKajfA5m8WYkzrAA/A/WnQRm1OipSDl0GqQHrUpHhgAyTT7+xF0AJJ5jWP+qKHCMi+EA6iZj60Y4pnRDGGeVVcp5ivbYJnb0P5VZLmBc7wo8R8ImZ5nTb0oTiHDAqBoyr95idB5610Ylh3Xvs7+gSE0bhr5bKkwFYN65eXy6dBVW432kVSRa8R/iMx/OlfDcdisRcAW4ygasVEAD267RSmLxUL2lm5V5wrAYuKZso8PfuQul8YxmXKgAzNIBOw6k+QoFUhGUXLTZlIzMokefxD2r17a3lti6qv5MJGo3oxuKYrDILduWQaKWRWgdM2hgec1RCl9CcXAaBK8JluW2svBdFJUxv6ULwTgZvNGYDIDJPLMdI8/CaLs2rdq3cv3CGv3CSTOonl5bcqqjdocXhv3llyiXCdIBBy8yCPOpNItLYt72QnLo4rtGHZLaKqqSAAvt6/Kl2IxLSCJmfp1rn/Dv2nvMYi0GH8SaH5bfhVr4bxqzihmtXA0bqdGWeoqxgcwlYTHYedgs6juFmOxbGc2/lXvDOIBEYRuff/qtMfaJJiPWtOH4KTJ2FWdMMeqoreH31ROHwzOS5OUek/Si8SmUT8XWeXsK3t4iIEeEf1rQuKxhlsphZ3oHic5H8DWqP7VGmSsqI4q35/WsouTyQ83mrlwq6rIomSANPSk3ZnF5xiLWbxpduqR94DMYPkIP0o7hCZGU8oE+U1XOwmGJ4jxG9HhNzIPMjU/lVE8ADRbrBuJeb7fJB8O4A2HxwgE20tfGY8THefPX8KG43cjGsTzsD/wCRq2cTvqtxizAL1JgVSO2lwC8GH+UR/wAgR/8AKlgQCtCWktCbfs3unJfjZro+gFXwYS5E6Dyrn/7MHCJcBgkXAYnkV/IiukYbiAYSREU2wnICFlMaGHEvDj9UhP7NZpMlTtyI/SKU8YZbIIZ87n7qgSKJ7Q8YeAlrrq3IVVcTKtJksRJnf1mn8NC52rj6Kixk0TPDGLPdEYjiFxhI8Mcv50NZ7VXLHiuMGXmrfkRrPzpdfxLGqP2nxZzlZOhNMYrLFFq27Q+GQuxE2riANSrbx39rDg5cFZW2B9654z7L8K/Wq5xntji8ZYAuuCFaIVQszsSBp1iq/h+Hs1trmwUgesyfyq69leGIqAnSdTP0qjo9VtIIG3oKVWwfArjjM/7tOpEnXov/AFVmwOGfDqVtILtsmZUwxPU8iKbcQuoLqJyCs0egj86VYgNh7uZS3dNrpsPnpUmtsJghsZA79UTgeKMgyXrLohbwk7LOwnyO1OsbxW4EiAVjeQJ+YNLu7+0LpcRlPLLr7+Lf2pFxa29vwZy6qN+gPWoGK9k2zFZR41Gb3fXP3jhEG5PPyAG/pUnaHiNi4q2bQYqgIBiBmMa9dI2o7CcPFtZ7m22gLNcYyPPoJ8qV3LpvhiEVEUgKFBgnrJ3gflXmtI2QpXl33lWsThyhg/OisFiClpyCRmZRppoJNMWtDY6ih8ThVCQNATPuKiHILsOW+JuyHscbvoc1u66/+RI+R0+lXXsv2lOIm2/hugTpsw5mORqh3OHXAhuAZrYiWGwnkeYqTgF3JibTbQ6z6HQ01BK+N4VNjsJHMw5hrWhXYrdzwifSgchZis9f+qIuuANI0E0FmYiQDzkgH32q+aNysSd6QptnzrynYwdr/MJ85P8A+ayvc8LvJKtfDW8BPpVZ/Z/iCPtt1vhfE3iuu+XeBz2pxZxIS1GYbGPltVbtcPWxh8PiXuBbdpc7LrmZ3bNp1JJ59KzkoLW+q+gcNyySus7D6/JC8UxhxEvcdbYRs2bUCCSI6nTb1pHxbPetq9m2/c2lym8ywp8xO/SrHguF9+DjcYsJ8VnDjRYJ8JbqT577npUnHuNymVUzsNEtKCQD1On4+wFBbFWrlbPxpldy4h4Rufkkv7Obut/XXwen3q6DYtOwkbfpXL1xl3Ds1y7byMw0WBr6wdDroYP1rqf7M8Ub2BVn+LMynpAOn0IpmOYNYGgKk4hw0vkMpdv0QRw5MkzAoTFYQHxMCfIbenpV2xOHt/ExgCo73D7ZTQQTtmJpluLpUL+GnXUKiX7AC5BbyhuYE+x61UO0fZ4HGA6ZcqnLuSRO/TYV0HjuJawVWRMEgA8hznpVNx14sHIBZoYnUSx6T+XlU5pc7QPVOcJwbmPMrttlXeMuxZbYgCRCroB1OnPTc1YOHuDptAXT2FJcKvwtcthHYuFBJkCNTr6Dlzpnwpibjf7EP0FJSarUYUUSheJ3T34IE5QPkZmjbZV1NttjoCfMaT/XKguJWycQ8DXKAPqaKwiBrYbyhvSut0UJBntJbnCb1q54GytzMxVhSznw1x3Az5YJHPLOtBHiAY91c8NwaI52Ycg3Q+dH2OHXksi0CrG6CZkQnWTzEUWLK11lKTtfJFlbuqxfu37w7pNVByxMFjvrUmKuG2mRRmW3ozDYsd/bl7UaIsqbKOGusTmYefTyy7n2rfhmGGRknQyJ57UN4AukeIOfRd9FJMCjMNFJJNNr/BStoPc2J29OtMuA6255zrHpH5UZxx5w7dV5ehmlg2jasAPAkT4sCe6AGVJIjR4Gqkc9J+dJsHwmcbbW2CUMXF8l3+h0r3DXj3mnwsY9pCzVz/ZdiFW8q3I1U2xI1BkkfMgj1ijtdTgSq3FML4nBu9FFdwQM2sDc8p6Tzp3guGOq58k89uXOATvHPzq0HhQaB4cs7ZRA/X38qPweGiQNANCSDJ9Ogp+XHZhosdDwt2bVVq3wkkA5QNBzrKtXcjr9B+lZSv2kpz/TVzd7I1OwiaqHarir3Dbw5MLaInoZYAf8fxNX1uEMbY8Xh59ap/absxcF63dtAupa2twDcZWEN5iN6NO0SRijZCNw6c4ed7XCg7r5qx4m8M7Ay2jeGeUTA+ennQmJtuwzLeW1baCCfiIPrH51ZBZspmLbkakiT7cxVH4txpbRazetLcKEZGIIDKfhOm/Q7bUPGagOA0Ce/Z6RrXPjcdSbS/tHYRYy3Gu6QWJ6nQAb10PgmJOGwdu1opUZm9SZifKY9q5rw7itu9jLKXLaomZZgAAKDOgHX51264cKu7KPvD5cvbXSloMoNkWnOMve5gbG4AdSUixHaAgjZtjO0dDVe7U8afJmuMQPuLO/p5U+xFnBuT430M5gDqOg5etc37ZXWTGeNM9po7owZCgfDvEj85qwL2xtzNbr5hZrCQHETZJX6dgd/JFWrjC1mJm4wB8wD0HQfrXmcrbGfRvESDyGkex13rW6iXe7e2w8IAYTDDz9aVdoMcpY2rWi8ztPmep5Upd6rWUGDKAlFq82fvJ5kdSAZH51YuC3our5oB8v+qRYvC5La6/EAY6a6etMrByvb8lH4fzoUgpHwx1ReJ4mExNxtTBAgf7eZoZeImZGVQddSSNf9oNTcO4Ot39+xnOSRA13I1OvIVHj7GUlVEjkT51NDtyGuqzPJEmM3rGu242q7WLtkBWaFsyCQJj/AA80f+31qu9nVBvsNWCBVhRqzBYK6/OTtTHA8GD3yHTLYTIQA5IM66zvPMgDlFesjXuonKaHY2fYkVq8GvXrgXLMAA6HL67SdNK9wt8rcCkFfCS0yBodI+vP5URxezkxDksBncARsoAB+c5RUOMPUfKf+tajRG6K0h2oTDs3dWboUyuefmDR3E2LWnHLK34b0rwC92ZPMA+01PxjHxZbKdSD7UI7pxgPLVawmEZgMu4SfqKaYHGKjlycquouA8wQdY8wwr3ssuYXWP8ABA9oP5VPxDgKrhFciWBjapjZKV2XTLXF3uW0cN8aKZEgagGda1wvGbskM4OvLX+Qqv8AYDiAu4YWSdbUAzzU7fIgj5dataJaXf2jcU8wsybLF4qOWOdwzVRW39st/lN9aytRjR/l15XsjfwofNf+NC2rwZQCDtvNTo+VdEzHypTYZwAQPzoyxfeCAPoKny6C6+Wyb3Udy65OqET5UPx3s+uIsMGUB1VijbZWA203BpvbVyM2tDcWZlw946/4b89pU1GRwLaXcIHNlDrN2uJYW24xKkwNeR6cq6TwbtLkUW7q57cQB95fQ/lXOkuRfQdXFXK9h8pytoQYqtsg2Fu44Y5WmN4seavGH4nZYfusjLB+LwkRtM6Gqx2jxIuKU0g7QP8Al5UrS49sgqflrUOKxQLEjpMdOon1ohmcRRQYODQwS8xvoD0Vde3HUEaEdaEW3LsZnTemt9cz+EEsxgAayTyHMmpOJdnMXhxdNywVRFDFtMoB8xuZ5VGInZSxXLaQSdUk4ji9p3AAoh73hLRHhG3pSS/rTfFCLZnoK5IbKHAfvJtwjjy90EMq2XLopZTpEwCCDFaPcuXCbSmObXCACJkwqzpQHZ1R39oSPi1+Ro6/fFu/cWDMLHtNFGyhdpn+z51s3gGOjyonbMQNZ89qthxViyt57hlA2VVj4my8hz39BJqs9lsCzW3jw6BlcgGG1Aidtjr6Ufwi0Ut97fVe8OY28wJ7siAWPIyRpPOo0boIgytGo06qvC6zupuLCm4y5TOxyaHntFFcSwvc2ku/ErM0A/dAJ+dD2WJsWixOd7txpPMmNzynarGWBw+GDqGHeMCsxuWEz7/SiOPTyQ4h4TXdVXC4t2YsyyuYpEEBM+wA35VmOJZSD0NWHteEPfFFCEOhOu5E6+Wn4VXOIXJtlhsRPzpaRuqfw7zy3Arfs3cy2m85B9xVmxN3PgBzMj+vlVK4Xdi068ydPermB/clXow/CidEuzZI+yXFvs+Ltj7tz92ektEfJgK6scO52Xf+vauF40EMY3DSDXZeFcebE4a25+KIYaDVdD9fxo0DjsFRcZgbpKfYnQ4Uf4o9v51lJmx12Tr/AMjWU1kf3VDzYexUuEZco8OtE4e6o+7HtQOGUlBlmYFE2cKebQPMVyh1RXudegTBcWOmlC8StPesXVtpJKOB0mDpNEWrWH+9m9po21xBEGVUMaxrvQXabBMQjUFzh6L594hgWBzE+JYI9t/SupcTwH2i2HGjlQf92n0NUfj9qGn+LMY2An/uuh8IvocNZJOZjbT4SNytQjaCSCrviUz4AyVhrVUDEI9o5TpHI6UOpLsFVZJMAev5etdNxXDmuqua2HB+GQG+vKobPZd7XiS0F6xE10Ydl6uUT+0D+XpGb+Ch7LdlhYHfM6veMgMNQvkvnyzfKpO1uHdsJfSSf3bRr5T+VE95eQEsSFHONB+lCviQ4ZWaQwI36imGQ1ss/NjjI/M+781wm4RAprjWiB1/Kll6yQxT7wYrHmDFH8UB8Bg6TPWkC3WlrYnjIT7FFbu5HBAmDpy/nTC25vOWOm0gbn18qWAydKsHZtLao3eyCW0I56ba0QLg3Vt4PxBECW3jKyHMemsifate02MRMHat2zNy9JY9ADr/APUD1pQy2m/w5JkDKY5/j0objHFCl1QiICdATqFjQkTsJBPyrulohsNWnG0CrYsaeAMD65R+BBqMY9xZVW3zSDE9QdNxyrwgEgglo57kzufc1N9huXdrbAcjtP8AXWuONlejYWtpCX7hKC2DLXGljGunkfxqG/8A4bjmNP66U8uWLeHQsxVrpG0yFHTzNVzBXO8LqeY+tCe1HjdRruo+AqzXQq6zuPSrzjLgNlUQSRq0A/17VS+zeHnF27RnVyrRvEGfwp+UNtmQjxKYPX1ruwtRw5DzkB13SjE4Zi8ECSQPIesc/Sup8B4WuHtC2WLESTEak7+gqh4lZUGPP5Gr73iXER1jxqp32kUfDUXFVP7QB8cbeovVF90P4B9a9pS3ECCRmu+w0rKe5RWS5zeyMwNt8okyI5UbZkLJ25+1VnBYsQPFAplhOKGCC4jz5110LlM4hqdYdFYFlYRynfX3o9EVVI7zUg7AT86rg4tZUfDLbEgjWhG4+c4OkCPU67aH1oZw0jkWPFxsruqh2itaW+ZmK6N2Cw+H+xWHcKHUukkwSUdhtOpgVz7tCQVtN1c/nWW7ZS5iFkwLzEe8H86BDDzJMt0tJxScRYYPLc1EbrsmI4oiyqFCRyzARNRf2ygt5nuLqSBrpPSuU2RMb/KmNzCXW1J3G23yG1NHhrBu5Zo8YlJJDV0TBcbtOMrlVJnT3igOL9nVIa5aMn+EfyFc8vWspgkzTbhnaO7agBtJnUST79KkcC+PxRO9FEcRZK3JO31G6p/GMA2Cv4i6yDvO9UKG1ADDMx9yQJ9aQcfvOuSRlzqLmhOublXQu1C/bkkR3gOoOhYeWsSPaqR2oCu6qFZO7BRVIJJ8RMz70KWJwb2Kt8FimvoA309K0S58IAoZSYI25cp9alZGyqZDTOhERHvrTU4YXLVu0AQbcjMPz0Os61JiOHHIiqYyyJiZnnypKlfAJdh7ptOrFg2UidNtJ0116VJibJuQZKwIEbjXnptJjQ7mpmwss2hg5eQ5LBO+80QLTa5FkH4iA2wMkCQImBqTy5VGkUajVBWMe9pCA5LHWCNPiggtOY7UVjuI3VtW3DDx5pGsCPfXahb3DbjQDOfWYAI3kaz+VFcSwDfZ0G5tzJEcz/Ouhq4XkApaTLgv4tASDtqJ2G9RcKuKMSk6Iz6gcgT+VMuI8Na2lu8pkOPEOkjT6VHwbhF25cUph7lxQ4IZRC6HYsYH1qYZ4ku99Msp7wPBoMWpyhXs3WQkffDI2VteY+tNO1GDJxAdd7iCY6gxPyj5U/7O8CcX2xeKyWxv3cgmcuUM3IACdBOpoPtY4OJtG3BQ2xEetSxBGUgD1SnDHE4tri7odFXMcgAA6CKsXZHGFrGQLJtkifI6j5T9KU8R4be+LIcv1+U/lTLsBiES5dW4YVkDe6n8YY0tC7K4K44xCJsO7XbX3Kypg7sDRNug/SspmvHMLAi6n9e1e07nk/D8CsX9nh/GPeFRbHAiVBVwJArRuDOs6zHSanwUgKRcA0HP9aa4W6ToSh0Oo/OnnTSMF3aruTHISKpVtsGxGn51omGO5IIp9j7U/C0eQAA9Zml17A3ACZSP9wk/KmGzWNTSU5ZaUk48n7m0eWccvI0biZGKv+qN81H6Un44pFkS7aSYzcxNbcNuhmdkmClqQWmDBkzykyYquwjamWw4u4OwR9E8t37g+ECeu/46fSpXu4hhE6ddB+FL1vdRNSpiQNp+dWpZ5LGBx7qZeFOeYrH4VdU6CfSvU4iRyB9ZqdeMnmo9pqJ5o2XRk6qXCjlctj1UwT6jY0JxS0cmVJ8Zy6nYbk/l70W/FFInnUeJ/wAJY3aT/wCx/QClZy5rCT1VpwqMSYlo7apDCpCry3Mb17bu86JbA5vyqROGKANTNVRW7FUtLJB3UR6UZhMOjI5y8zA5AQKXYwqhyrq34U04YgFpiwnxflXQoPqlrcwtoCS0DoNqXcUxCtaZLYAEH1Joy/wwXDLMxnYbADpQOI4HbtgspaRrqZ/GugWUMkAG1tev97aAaD91ttSN/wBaK7D43J32GcnT95b5GPvD8KQ8CcMbwIIGYkHkDFT8Ov8Ad42wx3zFZMRDA79dYro0dSBiWczDm+oXQm4aHAYyWMHUmI6n5ULhsOnfAiDlGnManlQuKx3fPlN2AswACq+m+s0RhLkRGoOn50zPG7lGys7wmZoxjco7i/RN8YvhP9Gqs+E/vM9QdPb+VWq60qfQ0gV4vgxPhP4Gq2HSQFbHHa4V4PY/kvGwqTsPkKyiWAJnLv6VlXOdy+dctqrOFuqwWCJjbnpptvTfh7Qtwk6ZY9zVC4Y4zgn/AAoAZQ0MTy8ySZ09KsuA4xaBW0JNxiwKtoQQTAI+gHlXhiGyNoqwxHDJIHZma/4RD5p6AVEBOpaPLnUPaDiDWB8GbeCVBA6DcEz15VBgcY1xZdVUQCCDOb6SPenGyAnKqk4Z4j5h2Vf4kmviyzLTLeLnsNqtnDbHgwzgAZrKhtQoORiNdNd6p/EiQNSmpbdZbc840+dWHA3Jw2FPTvk/BhVXF++9VsMcM2Cd/KD7qTzGLYG2aei6j5ml7qJ0286jZidzXqxVy1uXqsQ42vcteq0Vt3c85rDajnUrUV4bgO4prhFzKFP8M/U0stWyxgAsfIfOjlcpcVdZCa/M0jjiOX6q84CD9pPsKJWxymleP4jJ7u0NebUZxLEyhC6FtBSm2gTQa+dUxW3jBXuHwfi1Pqaa8IOYXF2AbXy8I/QUpuYnKpM/zrzg7kpcJMAsfoBXgV17bT+5iVHhQZj1/nS+88ypIJbQxyobF45EUCNYHhX4j60Bh+G3sSZY93b6AxP5mpA9kEgAarSxhgGK6Ak7Wzv78qExtr97bXbxKd9d+Z5CrWnD7dhIRRoNTzPlVZ4nbYnMw8RIgDYCptPitDkaTEWp9iFUaA+42qfBYxhCjUAydBtzpjh+FlUYuyIVHMIxJM15bS2HBLDYTy38uVWz5GvaW7rBRB8ErZBpRtP5BSeoqu45yl1SrKuwJI0iDT2x/hFd8piZ5b0ox4QXkzsFUkanbbaqKMZZAvoWIfzMI4jq39FIpaNGtHz/AKNZRRGE/wAonzjfz3rKtM47H3LCcr+Ie9ccZisZTGgPv1oK9iGzg5jIkgzqD1rKyqpq3k3REXsQ7gM7sxJI8TE6dBJp7wrwIpXZ2XQ7CQZjmKysp/BHxqk4wByAFpxK5EKAIk8t5maM4M39zt+WIaPe3XtZUGfvvVNYgf8ADP8AIfyCZMmseQPzFeKu9e1lXo2WBTXBYBWtByWnMV30gLP40d2PwiXO9DqGAiJ5TIrKykZ3HI/X6tOYdo5jVbbOEtoPAirM7DrVA41pjWA/gX8K8rKqbJBtavANAmFDof0QhPiInkfyoXnWVlDctBHsq/jsQzXApOgnSj8K5yEAxJFZWVELo6p5awCKgaJY8zqaOByrI32k1lZRTsgH7yFvsTvrSLtCYtkjefwr2srg3Xn/AHU5xt9s51PL20oUsTuaysrSsAyj2L5lKfGfarR2ZM2Ls66g/wBfKlvatfDbP+pfxrKyqB//AHP6lvIdeFf0folHeHqaysrK0CwK/9k="/>
          <p:cNvSpPr>
            <a:spLocks noChangeAspect="1" noChangeArrowheads="1"/>
          </p:cNvSpPr>
          <p:nvPr/>
        </p:nvSpPr>
        <p:spPr bwMode="auto">
          <a:xfrm>
            <a:off x="155575" y="-1790700"/>
            <a:ext cx="280035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3" name="12 Imagen" descr="GUIA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857364"/>
            <a:ext cx="596265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1941</a:t>
            </a:r>
            <a:endParaRPr lang="es-ES" sz="36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sz="2400" dirty="0" smtClean="0"/>
              <a:t>1941 se funda la Compañía Scout Naval Almirante Brown (</a:t>
            </a:r>
            <a:r>
              <a:rPr lang="es-ES" sz="2400" b="1" dirty="0" smtClean="0"/>
              <a:t>Tte. de Navío P. </a:t>
            </a:r>
            <a:r>
              <a:rPr lang="es-ES" sz="2400" b="1" dirty="0" err="1" smtClean="0"/>
              <a:t>Etchepare</a:t>
            </a:r>
            <a:r>
              <a:rPr lang="es-ES" sz="2400" b="1" dirty="0" smtClean="0"/>
              <a:t>) </a:t>
            </a:r>
            <a:r>
              <a:rPr lang="es-ES" sz="2400" dirty="0" smtClean="0"/>
              <a:t>en la zona de Olivos. </a:t>
            </a:r>
          </a:p>
          <a:p>
            <a:endParaRPr lang="es-ES" dirty="0"/>
          </a:p>
        </p:txBody>
      </p:sp>
      <p:pic>
        <p:nvPicPr>
          <p:cNvPr id="5" name="4 Marcador de contenido" descr="primer_aniversario_a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14678" y="1928802"/>
            <a:ext cx="5738566" cy="406800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PATRULLA DE MUJERES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7 Marcador de contenido" descr="patrulla_mujeres_1944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928921" y="1071546"/>
            <a:ext cx="6222889" cy="4356000"/>
          </a:xfrm>
          <a:solidFill>
            <a:schemeClr val="accent2"/>
          </a:solidFill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4 Marcador de contenido" descr="regata_circa_decada_1940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96762" y="1428736"/>
            <a:ext cx="6101070" cy="3929089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500035" y="1397000"/>
          <a:ext cx="5929354" cy="507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1"/>
                <a:gridCol w="4929223"/>
              </a:tblGrid>
              <a:tr h="846775">
                <a:tc>
                  <a:txBody>
                    <a:bodyPr/>
                    <a:lstStyle/>
                    <a:p>
                      <a:r>
                        <a:rPr lang="es-ES" dirty="0" smtClean="0"/>
                        <a:t>1947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Jamboree</a:t>
                      </a:r>
                      <a:r>
                        <a:rPr lang="es-ES" dirty="0" smtClean="0"/>
                        <a:t> de la Paz en Francia. Participan Alberto </a:t>
                      </a:r>
                      <a:r>
                        <a:rPr lang="es-ES" dirty="0" err="1" smtClean="0"/>
                        <a:t>Lassus</a:t>
                      </a:r>
                      <a:r>
                        <a:rPr lang="es-ES" dirty="0" smtClean="0"/>
                        <a:t>, Francisco </a:t>
                      </a:r>
                      <a:r>
                        <a:rPr lang="es-ES" dirty="0" err="1" smtClean="0"/>
                        <a:t>Dowell</a:t>
                      </a:r>
                      <a:r>
                        <a:rPr lang="es-ES" dirty="0" smtClean="0"/>
                        <a:t> y </a:t>
                      </a:r>
                      <a:r>
                        <a:rPr lang="es-ES" dirty="0" smtClean="0">
                          <a:solidFill>
                            <a:srgbClr val="0070C0"/>
                          </a:solidFill>
                        </a:rPr>
                        <a:t>Arturo </a:t>
                      </a:r>
                      <a:r>
                        <a:rPr lang="es-ES" dirty="0" err="1" smtClean="0">
                          <a:solidFill>
                            <a:srgbClr val="0070C0"/>
                          </a:solidFill>
                        </a:rPr>
                        <a:t>Dovel</a:t>
                      </a:r>
                      <a:endParaRPr lang="es-E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1950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OMMS informa</a:t>
                      </a:r>
                      <a:r>
                        <a:rPr lang="es-ES" baseline="0" dirty="0" smtClean="0"/>
                        <a:t> que se registran </a:t>
                      </a:r>
                      <a:r>
                        <a:rPr lang="es-ES" baseline="0" dirty="0" err="1" smtClean="0"/>
                        <a:t>aproxi</a:t>
                      </a:r>
                      <a:r>
                        <a:rPr lang="es-ES" baseline="0" dirty="0" smtClean="0"/>
                        <a:t> 50.000 scouts en Argentina</a:t>
                      </a:r>
                      <a:endParaRPr lang="es-ES" dirty="0"/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1951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Es Escultismo</a:t>
                      </a:r>
                      <a:r>
                        <a:rPr lang="es-ES" baseline="0" dirty="0" smtClean="0"/>
                        <a:t> Argentino incorpora la </a:t>
                      </a:r>
                      <a:r>
                        <a:rPr lang="es-ES" baseline="0" dirty="0" err="1" smtClean="0"/>
                        <a:t>seccion</a:t>
                      </a:r>
                      <a:r>
                        <a:rPr lang="es-ES" baseline="0" dirty="0" smtClean="0"/>
                        <a:t> Lobatos</a:t>
                      </a:r>
                      <a:endParaRPr lang="es-ES" dirty="0"/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1952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Primer</a:t>
                      </a:r>
                      <a:r>
                        <a:rPr lang="es-ES" baseline="0" dirty="0" smtClean="0"/>
                        <a:t> Curso IM con el Esquema de </a:t>
                      </a:r>
                      <a:r>
                        <a:rPr lang="es-ES" baseline="0" dirty="0" err="1" smtClean="0"/>
                        <a:t>Gilwell</a:t>
                      </a:r>
                      <a:endParaRPr lang="es-ES" baseline="0" dirty="0" smtClean="0"/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1976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Por resolución oficial de INSA se</a:t>
                      </a:r>
                      <a:r>
                        <a:rPr lang="es-ES" baseline="0" dirty="0" smtClean="0"/>
                        <a:t> elimina la Sección Rover</a:t>
                      </a:r>
                      <a:endParaRPr lang="es-ES" dirty="0"/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1980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'Comisión por la Reactivación de la Rama Rovers'</a:t>
                      </a:r>
                      <a:endParaRPr lang="es-ES" dirty="0"/>
                    </a:p>
                  </a:txBody>
                  <a:tcPr/>
                </a:tc>
              </a:tr>
              <a:tr h="592742">
                <a:tc>
                  <a:txBody>
                    <a:bodyPr/>
                    <a:lstStyle/>
                    <a:p>
                      <a:r>
                        <a:rPr lang="es-ES" dirty="0" smtClean="0"/>
                        <a:t>1996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Nace</a:t>
                      </a:r>
                      <a:r>
                        <a:rPr lang="es-ES" baseline="0" dirty="0" smtClean="0"/>
                        <a:t> Scout de Argentina unificando INSA y USCA</a:t>
                      </a:r>
                      <a:endParaRPr lang="es-ES" dirty="0"/>
                    </a:p>
                  </a:txBody>
                  <a:tcPr/>
                </a:tc>
              </a:tr>
              <a:tr h="3434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6866" name="Picture 2" descr="http://www.scoutsnavalesolivos.com/quienes_somos/images/bitacora_20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7950" y="4071942"/>
            <a:ext cx="2590800" cy="2281239"/>
          </a:xfrm>
          <a:prstGeom prst="rect">
            <a:avLst/>
          </a:prstGeom>
          <a:noFill/>
        </p:spPr>
      </p:pic>
      <p:pic>
        <p:nvPicPr>
          <p:cNvPr id="36868" name="Picture 4" descr="C:\Documents and Settings\usuario\Escritorio\bitacora_194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12" y="1285860"/>
            <a:ext cx="2857488" cy="2571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942</TotalTime>
  <Words>868</Words>
  <Application>Microsoft Office PowerPoint</Application>
  <PresentationFormat>Presentación en pantalla (4:3)</PresentationFormat>
  <Paragraphs>122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Civil</vt:lpstr>
      <vt:lpstr>EL MOVIMIENTO SCOUT EN ARGENTINA HISTORIA</vt:lpstr>
      <vt:lpstr>              1908 Orígenes del Escultismo en Argentina</vt:lpstr>
      <vt:lpstr>Diapositiva 3</vt:lpstr>
      <vt:lpstr>1909 B.P EN ARGENTINA</vt:lpstr>
      <vt:lpstr>1909</vt:lpstr>
      <vt:lpstr>1910</vt:lpstr>
      <vt:lpstr>1911</vt:lpstr>
      <vt:lpstr>1911</vt:lpstr>
      <vt:lpstr>1912</vt:lpstr>
      <vt:lpstr>2015</vt:lpstr>
      <vt:lpstr>1916</vt:lpstr>
      <vt:lpstr>Diapositiva 12</vt:lpstr>
      <vt:lpstr>1917</vt:lpstr>
      <vt:lpstr>1918</vt:lpstr>
      <vt:lpstr>1919</vt:lpstr>
      <vt:lpstr>1920</vt:lpstr>
      <vt:lpstr>1922</vt:lpstr>
      <vt:lpstr>1924</vt:lpstr>
      <vt:lpstr>1929 a 1934</vt:lpstr>
      <vt:lpstr>1937</vt:lpstr>
      <vt:lpstr>1939</vt:lpstr>
      <vt:lpstr>1941</vt:lpstr>
      <vt:lpstr>PATRULLA DE MUJERES</vt:lpstr>
      <vt:lpstr>Diapositiva 24</vt:lpstr>
      <vt:lpstr>Diapositiva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usuario</cp:lastModifiedBy>
  <cp:revision>89</cp:revision>
  <dcterms:created xsi:type="dcterms:W3CDTF">2015-03-07T12:34:28Z</dcterms:created>
  <dcterms:modified xsi:type="dcterms:W3CDTF">2016-07-09T03:06:09Z</dcterms:modified>
</cp:coreProperties>
</file>